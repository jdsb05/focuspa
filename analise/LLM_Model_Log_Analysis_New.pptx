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56" r:id="rId5"/>
    <p:sldId id="257" r:id="rId6"/>
    <p:sldId id="258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BD41D5-E08D-4BA3-92F4-E7E95B58653E}" v="3" dt="2025-11-09T17:12:24.2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3"/>
  </p:normalViewPr>
  <p:slideViewPr>
    <p:cSldViewPr snapToGrid="0">
      <p:cViewPr varScale="1">
        <p:scale>
          <a:sx n="104" d="100"/>
          <a:sy n="104" d="100"/>
        </p:scale>
        <p:origin x="114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noProof="0" dirty="0"/>
              <a:t>Precisão por Quantidade de </a:t>
            </a:r>
            <a:r>
              <a:rPr lang="pt-PT" noProof="0" dirty="0" err="1"/>
              <a:t>Logs</a:t>
            </a:r>
            <a:r>
              <a:rPr lang="pt-PT" noProof="0" dirty="0"/>
              <a:t> - gpt-oss:120b (Depois)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gpt-oss:120b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6000"/>
                    <a:lumMod val="100000"/>
                  </a:schemeClr>
                </a:gs>
                <a:gs pos="78000">
                  <a:schemeClr val="accent1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4</c:v>
                </c:pt>
                <c:pt idx="2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FB-4755-AE5D-4A8E50E0869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deepseek-r1:8b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6000"/>
                    <a:lumMod val="100000"/>
                  </a:schemeClr>
                </a:gs>
                <a:gs pos="78000">
                  <a:schemeClr val="accent2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</c:v>
                </c:pt>
                <c:pt idx="1">
                  <c:v>4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9FB-4755-AE5D-4A8E50E0869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gemma3:4b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96000"/>
                    <a:lumMod val="100000"/>
                  </a:schemeClr>
                </a:gs>
                <a:gs pos="78000">
                  <a:schemeClr val="accent3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Sheet1!$D$2:$D$4</c:f>
              <c:numCache>
                <c:formatCode>General</c:formatCode>
                <c:ptCount val="3"/>
                <c:pt idx="0">
                  <c:v>20</c:v>
                </c:pt>
                <c:pt idx="1">
                  <c:v>48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9FB-4755-AE5D-4A8E50E0869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qwen3:4b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96000"/>
                    <a:lumMod val="100000"/>
                  </a:schemeClr>
                </a:gs>
                <a:gs pos="78000">
                  <a:schemeClr val="accent4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Sheet1!$E$2:$E$4</c:f>
              <c:numCache>
                <c:formatCode>General</c:formatCode>
                <c:ptCount val="3"/>
                <c:pt idx="0">
                  <c:v>20</c:v>
                </c:pt>
                <c:pt idx="1">
                  <c:v>4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9FB-4755-AE5D-4A8E50E086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7997920"/>
        <c:axId val="17999360"/>
      </c:barChart>
      <c:catAx>
        <c:axId val="17997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9360"/>
        <c:crosses val="autoZero"/>
        <c:auto val="1"/>
        <c:lblAlgn val="ctr"/>
        <c:lblOffset val="100"/>
        <c:noMultiLvlLbl val="0"/>
      </c:catAx>
      <c:valAx>
        <c:axId val="17999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7920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noProof="0" dirty="0"/>
              <a:t>Precisão por Quantidade de </a:t>
            </a:r>
            <a:r>
              <a:rPr lang="pt-PT" noProof="0" dirty="0" err="1"/>
              <a:t>Logs</a:t>
            </a:r>
            <a:r>
              <a:rPr lang="pt-PT" noProof="0" dirty="0"/>
              <a:t> - gpt-oss:120b (Antes)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gpt-oss:120b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6000"/>
                    <a:lumMod val="100000"/>
                  </a:schemeClr>
                </a:gs>
                <a:gs pos="78000">
                  <a:schemeClr val="accent1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11-4A99-A04C-DF60721CB00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deepseek-r1:8b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6000"/>
                    <a:lumMod val="100000"/>
                  </a:schemeClr>
                </a:gs>
                <a:gs pos="78000">
                  <a:schemeClr val="accent2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</c:v>
                </c:pt>
                <c:pt idx="1">
                  <c:v>0</c:v>
                </c:pt>
                <c:pt idx="2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711-4A99-A04C-DF60721CB00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gemma3:4b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96000"/>
                    <a:lumMod val="100000"/>
                  </a:schemeClr>
                </a:gs>
                <a:gs pos="78000">
                  <a:schemeClr val="accent3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Sheet1!$D$2:$D$4</c:f>
              <c:numCache>
                <c:formatCode>General</c:formatCode>
                <c:ptCount val="3"/>
                <c:pt idx="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711-4A99-A04C-DF60721CB00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qwen3:4b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96000"/>
                    <a:lumMod val="100000"/>
                  </a:schemeClr>
                </a:gs>
                <a:gs pos="78000">
                  <a:schemeClr val="accent4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Sheet1!$E$2:$E$4</c:f>
              <c:numCache>
                <c:formatCode>General</c:formatCode>
                <c:ptCount val="3"/>
                <c:pt idx="0">
                  <c:v>20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711-4A99-A04C-DF60721CB0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7997920"/>
        <c:axId val="17999360"/>
      </c:barChart>
      <c:catAx>
        <c:axId val="17997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9360"/>
        <c:crosses val="autoZero"/>
        <c:auto val="1"/>
        <c:lblAlgn val="ctr"/>
        <c:lblOffset val="100"/>
        <c:noMultiLvlLbl val="0"/>
      </c:catAx>
      <c:valAx>
        <c:axId val="17999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7920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noProof="0" dirty="0"/>
              <a:t>Precisão por Quantidade de </a:t>
            </a:r>
            <a:r>
              <a:rPr lang="pt-PT" noProof="0" dirty="0" err="1"/>
              <a:t>Logs</a:t>
            </a:r>
            <a:r>
              <a:rPr lang="pt-PT" noProof="0" dirty="0"/>
              <a:t> - deepseek-r1:8b (Antes)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gpt-oss:120b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6000"/>
                    <a:lumMod val="100000"/>
                  </a:schemeClr>
                </a:gs>
                <a:gs pos="78000">
                  <a:schemeClr val="accent1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00-B17F-4F5C-BAB0-B345E20935D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deepseek-r1:8b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6000"/>
                    <a:lumMod val="100000"/>
                  </a:schemeClr>
                </a:gs>
                <a:gs pos="78000">
                  <a:schemeClr val="accent2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01-B17F-4F5C-BAB0-B345E20935D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gemma3:4b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96000"/>
                    <a:lumMod val="100000"/>
                  </a:schemeClr>
                </a:gs>
                <a:gs pos="78000">
                  <a:schemeClr val="accent3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Sheet1!$D$2:$D$4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02-B17F-4F5C-BAB0-B345E20935D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qwen3:4b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96000"/>
                    <a:lumMod val="100000"/>
                  </a:schemeClr>
                </a:gs>
                <a:gs pos="78000">
                  <a:schemeClr val="accent4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Sheet1!$E$2:$E$4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03-B17F-4F5C-BAB0-B345E20935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7997920"/>
        <c:axId val="17999360"/>
      </c:barChart>
      <c:catAx>
        <c:axId val="17997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9360"/>
        <c:crosses val="autoZero"/>
        <c:auto val="1"/>
        <c:lblAlgn val="ctr"/>
        <c:lblOffset val="100"/>
        <c:noMultiLvlLbl val="0"/>
      </c:catAx>
      <c:valAx>
        <c:axId val="17999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7920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noProof="0" dirty="0"/>
              <a:t>Precisão por Quantidade de </a:t>
            </a:r>
            <a:r>
              <a:rPr lang="pt-PT" noProof="0" dirty="0" err="1"/>
              <a:t>Logs</a:t>
            </a:r>
            <a:r>
              <a:rPr lang="pt-PT" noProof="0" dirty="0"/>
              <a:t> - deepseek-r1:8b (Depois)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gpt-oss:120b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6000"/>
                    <a:lumMod val="100000"/>
                  </a:schemeClr>
                </a:gs>
                <a:gs pos="78000">
                  <a:schemeClr val="accent1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4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1B-46E4-A1B1-75BE563CEA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deepseek-r1:8b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6000"/>
                    <a:lumMod val="100000"/>
                  </a:schemeClr>
                </a:gs>
                <a:gs pos="78000">
                  <a:schemeClr val="accent2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</c:v>
                </c:pt>
                <c:pt idx="1">
                  <c:v>4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21B-46E4-A1B1-75BE563CEA1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gemma3:4b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96000"/>
                    <a:lumMod val="100000"/>
                  </a:schemeClr>
                </a:gs>
                <a:gs pos="78000">
                  <a:schemeClr val="accent3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Sheet1!$D$2:$D$4</c:f>
              <c:numCache>
                <c:formatCode>General</c:formatCode>
                <c:ptCount val="3"/>
                <c:pt idx="0">
                  <c:v>20</c:v>
                </c:pt>
                <c:pt idx="1">
                  <c:v>4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21B-46E4-A1B1-75BE563CEA1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qwen3:4b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96000"/>
                    <a:lumMod val="100000"/>
                  </a:schemeClr>
                </a:gs>
                <a:gs pos="78000">
                  <a:schemeClr val="accent4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Sheet1!$E$2:$E$4</c:f>
              <c:numCache>
                <c:formatCode>General</c:formatCode>
                <c:ptCount val="3"/>
                <c:pt idx="0">
                  <c:v>20</c:v>
                </c:pt>
                <c:pt idx="1">
                  <c:v>4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21B-46E4-A1B1-75BE563CEA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7997920"/>
        <c:axId val="17999360"/>
      </c:barChart>
      <c:catAx>
        <c:axId val="17997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9360"/>
        <c:crosses val="autoZero"/>
        <c:auto val="1"/>
        <c:lblAlgn val="ctr"/>
        <c:lblOffset val="100"/>
        <c:noMultiLvlLbl val="0"/>
      </c:catAx>
      <c:valAx>
        <c:axId val="17999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7920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noProof="0" dirty="0"/>
              <a:t>Precisão por Quantidade de </a:t>
            </a:r>
            <a:r>
              <a:rPr lang="pt-PT" noProof="0" dirty="0" err="1"/>
              <a:t>Logs</a:t>
            </a:r>
            <a:r>
              <a:rPr lang="pt-PT" noProof="0" dirty="0"/>
              <a:t> - gemma3:4b (Antes)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gpt-oss:120b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6000"/>
                    <a:lumMod val="100000"/>
                  </a:schemeClr>
                </a:gs>
                <a:gs pos="78000">
                  <a:schemeClr val="accent1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4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5F-43F0-9B10-ECF07463736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deepseek-r1:8b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6000"/>
                    <a:lumMod val="100000"/>
                  </a:schemeClr>
                </a:gs>
                <a:gs pos="78000">
                  <a:schemeClr val="accent2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</c:v>
                </c:pt>
                <c:pt idx="1">
                  <c:v>4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D5F-43F0-9B10-ECF07463736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gemma3:4b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96000"/>
                    <a:lumMod val="100000"/>
                  </a:schemeClr>
                </a:gs>
                <a:gs pos="78000">
                  <a:schemeClr val="accent3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Sheet1!$D$2:$D$4</c:f>
              <c:numCache>
                <c:formatCode>General</c:formatCode>
                <c:ptCount val="3"/>
                <c:pt idx="0">
                  <c:v>20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D5F-43F0-9B10-ECF07463736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qwen3:4b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96000"/>
                    <a:lumMod val="100000"/>
                  </a:schemeClr>
                </a:gs>
                <a:gs pos="78000">
                  <a:schemeClr val="accent4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Sheet1!$E$2:$E$4</c:f>
              <c:numCache>
                <c:formatCode>General</c:formatCode>
                <c:ptCount val="3"/>
                <c:pt idx="0">
                  <c:v>20</c:v>
                </c:pt>
                <c:pt idx="1">
                  <c:v>4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D5F-43F0-9B10-ECF0746373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7997920"/>
        <c:axId val="17999360"/>
      </c:barChart>
      <c:catAx>
        <c:axId val="17997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9360"/>
        <c:crosses val="autoZero"/>
        <c:auto val="1"/>
        <c:lblAlgn val="ctr"/>
        <c:lblOffset val="100"/>
        <c:noMultiLvlLbl val="0"/>
      </c:catAx>
      <c:valAx>
        <c:axId val="17999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7920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noProof="0" dirty="0"/>
              <a:t>Precisão por Quantidade de </a:t>
            </a:r>
            <a:r>
              <a:rPr lang="pt-PT" noProof="0" dirty="0" err="1"/>
              <a:t>Logs</a:t>
            </a:r>
            <a:r>
              <a:rPr lang="pt-PT" noProof="0" dirty="0"/>
              <a:t> - gemma3:4b (Depois)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gpt-oss:120b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6000"/>
                    <a:lumMod val="100000"/>
                  </a:schemeClr>
                </a:gs>
                <a:gs pos="78000">
                  <a:schemeClr val="accent1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8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19-4657-9BAE-CED33E0B6F5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deepseek-r1:8b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6000"/>
                    <a:lumMod val="100000"/>
                  </a:schemeClr>
                </a:gs>
                <a:gs pos="78000">
                  <a:schemeClr val="accent2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  <c:pt idx="0">
                  <c:v>40</c:v>
                </c:pt>
                <c:pt idx="1">
                  <c:v>8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B19-4657-9BAE-CED33E0B6F5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gemma3:4b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96000"/>
                    <a:lumMod val="100000"/>
                  </a:schemeClr>
                </a:gs>
                <a:gs pos="78000">
                  <a:schemeClr val="accent3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Sheet1!$D$2:$D$4</c:f>
              <c:numCache>
                <c:formatCode>General</c:formatCode>
                <c:ptCount val="3"/>
                <c:pt idx="0">
                  <c:v>40</c:v>
                </c:pt>
                <c:pt idx="1">
                  <c:v>8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B19-4657-9BAE-CED33E0B6F5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qwen3:4b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96000"/>
                    <a:lumMod val="100000"/>
                  </a:schemeClr>
                </a:gs>
                <a:gs pos="78000">
                  <a:schemeClr val="accent4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Sheet1!$E$2:$E$4</c:f>
              <c:numCache>
                <c:formatCode>General</c:formatCode>
                <c:ptCount val="3"/>
                <c:pt idx="0">
                  <c:v>40</c:v>
                </c:pt>
                <c:pt idx="1">
                  <c:v>8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B19-4657-9BAE-CED33E0B6F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7997920"/>
        <c:axId val="17999360"/>
      </c:barChart>
      <c:catAx>
        <c:axId val="17997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9360"/>
        <c:crosses val="autoZero"/>
        <c:auto val="1"/>
        <c:lblAlgn val="ctr"/>
        <c:lblOffset val="100"/>
        <c:noMultiLvlLbl val="0"/>
      </c:catAx>
      <c:valAx>
        <c:axId val="17999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7920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noProof="0" dirty="0"/>
              <a:t>Precisão por Quantidade de </a:t>
            </a:r>
            <a:r>
              <a:rPr lang="pt-PT" noProof="0" dirty="0" err="1"/>
              <a:t>Logs</a:t>
            </a:r>
            <a:r>
              <a:rPr lang="pt-PT" noProof="0" dirty="0"/>
              <a:t> - qwen3:4b (Antes)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gpt-oss:120b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6000"/>
                    <a:lumMod val="100000"/>
                  </a:schemeClr>
                </a:gs>
                <a:gs pos="78000">
                  <a:schemeClr val="accent1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00-AFA5-43F6-8FD9-96EE9BBD22A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deepseek-r1:8b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6000"/>
                    <a:lumMod val="100000"/>
                  </a:schemeClr>
                </a:gs>
                <a:gs pos="78000">
                  <a:schemeClr val="accent2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01-AFA5-43F6-8FD9-96EE9BBD22A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gemma3:4b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96000"/>
                    <a:lumMod val="100000"/>
                  </a:schemeClr>
                </a:gs>
                <a:gs pos="78000">
                  <a:schemeClr val="accent3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Sheet1!$D$2:$D$4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02-AFA5-43F6-8FD9-96EE9BBD22A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qwen3:4b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96000"/>
                    <a:lumMod val="100000"/>
                  </a:schemeClr>
                </a:gs>
                <a:gs pos="78000">
                  <a:schemeClr val="accent4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Sheet1!$E$2:$E$4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03-AFA5-43F6-8FD9-96EE9BBD22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7997920"/>
        <c:axId val="17999360"/>
      </c:barChart>
      <c:catAx>
        <c:axId val="17997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9360"/>
        <c:crosses val="autoZero"/>
        <c:auto val="1"/>
        <c:lblAlgn val="ctr"/>
        <c:lblOffset val="100"/>
        <c:noMultiLvlLbl val="0"/>
      </c:catAx>
      <c:valAx>
        <c:axId val="17999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7920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noProof="0" dirty="0"/>
              <a:t>Precisão por Quantidade de </a:t>
            </a:r>
            <a:r>
              <a:rPr lang="pt-PT" noProof="0" dirty="0" err="1"/>
              <a:t>Logs</a:t>
            </a:r>
            <a:r>
              <a:rPr lang="pt-PT" noProof="0" dirty="0"/>
              <a:t> - qwen3:4b (Depois)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gpt-oss:120b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6000"/>
                    <a:lumMod val="100000"/>
                  </a:schemeClr>
                </a:gs>
                <a:gs pos="78000">
                  <a:schemeClr val="accent1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4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51-4392-926F-5587A06D7D4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deepseek-r1:8b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6000"/>
                    <a:lumMod val="100000"/>
                  </a:schemeClr>
                </a:gs>
                <a:gs pos="78000">
                  <a:schemeClr val="accent2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</c:v>
                </c:pt>
                <c:pt idx="1">
                  <c:v>4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F51-4392-926F-5587A06D7D4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gemma3:4b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96000"/>
                    <a:lumMod val="100000"/>
                  </a:schemeClr>
                </a:gs>
                <a:gs pos="78000">
                  <a:schemeClr val="accent3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Sheet1!$D$2:$D$4</c:f>
              <c:numCache>
                <c:formatCode>General</c:formatCode>
                <c:ptCount val="3"/>
                <c:pt idx="0">
                  <c:v>20</c:v>
                </c:pt>
                <c:pt idx="1">
                  <c:v>4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F51-4392-926F-5587A06D7D4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qwen3:4b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96000"/>
                    <a:lumMod val="100000"/>
                  </a:schemeClr>
                </a:gs>
                <a:gs pos="78000">
                  <a:schemeClr val="accent4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Sheet1!$E$2:$E$4</c:f>
              <c:numCache>
                <c:formatCode>General</c:formatCode>
                <c:ptCount val="3"/>
                <c:pt idx="0">
                  <c:v>20</c:v>
                </c:pt>
                <c:pt idx="1">
                  <c:v>4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F51-4392-926F-5587A06D7D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7997920"/>
        <c:axId val="17999360"/>
      </c:barChart>
      <c:catAx>
        <c:axId val="17997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9360"/>
        <c:crosses val="autoZero"/>
        <c:auto val="1"/>
        <c:lblAlgn val="ctr"/>
        <c:lblOffset val="100"/>
        <c:noMultiLvlLbl val="0"/>
      </c:catAx>
      <c:valAx>
        <c:axId val="17999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7920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noProof="0" dirty="0" err="1"/>
              <a:t>Tokens</a:t>
            </a:r>
            <a:r>
              <a:rPr lang="en-US" noProof="0" dirty="0"/>
              <a:t>/s</a:t>
            </a:r>
            <a:r>
              <a:rPr lang="en-US" baseline="0" noProof="0" dirty="0"/>
              <a:t> </a:t>
            </a:r>
            <a:r>
              <a:rPr lang="en-US" baseline="0" noProof="0" dirty="0" err="1"/>
              <a:t>por</a:t>
            </a:r>
            <a:r>
              <a:rPr lang="en-US" baseline="0" noProof="0" dirty="0"/>
              <a:t> </a:t>
            </a:r>
            <a:r>
              <a:rPr lang="en-US" baseline="0" noProof="0" dirty="0" err="1"/>
              <a:t>Quantidade</a:t>
            </a:r>
            <a:r>
              <a:rPr lang="en-US" baseline="0" noProof="0" dirty="0"/>
              <a:t> de Logs </a:t>
            </a:r>
            <a:r>
              <a:rPr lang="pt-PT" noProof="0" dirty="0"/>
              <a:t>- gpt-oss:120b (Antes)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gpt-oss:120b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6000"/>
                    <a:lumMod val="100000"/>
                  </a:schemeClr>
                </a:gs>
                <a:gs pos="78000">
                  <a:schemeClr val="accent1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0.38800000000000001</c:v>
                </c:pt>
                <c:pt idx="1">
                  <c:v>0.115</c:v>
                </c:pt>
                <c:pt idx="2">
                  <c:v>0.56799999999999995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93-4E5A-931A-6DFE7D1AAD8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deepseek-r1:8b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6000"/>
                    <a:lumMod val="100000"/>
                  </a:schemeClr>
                </a:gs>
                <a:gs pos="78000">
                  <a:schemeClr val="accent2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0.58599999999999997</c:v>
                </c:pt>
                <c:pt idx="1">
                  <c:v>0.10199999999999999</c:v>
                </c:pt>
                <c:pt idx="2">
                  <c:v>0.92600000000000005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93-4E5A-931A-6DFE7D1AAD8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gemma3:4b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96000"/>
                    <a:lumMod val="100000"/>
                  </a:schemeClr>
                </a:gs>
                <a:gs pos="78000">
                  <a:schemeClr val="accent3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0.70499999999999996</c:v>
                </c:pt>
                <c:pt idx="1">
                  <c:v>1.7749999999999999</c:v>
                </c:pt>
                <c:pt idx="2">
                  <c:v>0.34599999999999997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E93-4E5A-931A-6DFE7D1AAD8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qwen3:4b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96000"/>
                    <a:lumMod val="100000"/>
                  </a:schemeClr>
                </a:gs>
                <a:gs pos="78000">
                  <a:schemeClr val="accent4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0.77700000000000002</c:v>
                </c:pt>
                <c:pt idx="1">
                  <c:v>0.01</c:v>
                </c:pt>
                <c:pt idx="2">
                  <c:v>0.80600000000000005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E93-4E5A-931A-6DFE7D1AAD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7997920"/>
        <c:axId val="17999360"/>
      </c:barChart>
      <c:catAx>
        <c:axId val="17997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9360"/>
        <c:crosses val="autoZero"/>
        <c:auto val="1"/>
        <c:lblAlgn val="ctr"/>
        <c:lblOffset val="100"/>
        <c:noMultiLvlLbl val="0"/>
      </c:catAx>
      <c:valAx>
        <c:axId val="17999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7920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noProof="0" dirty="0" err="1"/>
              <a:t>Tokens</a:t>
            </a:r>
            <a:r>
              <a:rPr lang="en-US" noProof="0" dirty="0"/>
              <a:t>/s</a:t>
            </a:r>
            <a:r>
              <a:rPr lang="en-US" baseline="0" noProof="0" dirty="0"/>
              <a:t> </a:t>
            </a:r>
            <a:r>
              <a:rPr lang="en-US" baseline="0" noProof="0" dirty="0" err="1"/>
              <a:t>por</a:t>
            </a:r>
            <a:r>
              <a:rPr lang="en-US" baseline="0" noProof="0" dirty="0"/>
              <a:t> </a:t>
            </a:r>
            <a:r>
              <a:rPr lang="en-US" baseline="0" noProof="0" dirty="0" err="1"/>
              <a:t>Quantidade</a:t>
            </a:r>
            <a:r>
              <a:rPr lang="en-US" baseline="0" noProof="0" dirty="0"/>
              <a:t> de Logs </a:t>
            </a:r>
            <a:r>
              <a:rPr lang="pt-PT" noProof="0" dirty="0"/>
              <a:t>- deepseek-r1:8b (Antes)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gpt-oss:120b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6000"/>
                    <a:lumMod val="100000"/>
                  </a:schemeClr>
                </a:gs>
                <a:gs pos="78000">
                  <a:schemeClr val="accent1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6.2919999999999998</c:v>
                </c:pt>
                <c:pt idx="1">
                  <c:v>22.11</c:v>
                </c:pt>
                <c:pt idx="2">
                  <c:v>44.15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3B-41B0-ABEC-842AD840208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deepseek-r1:8b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6000"/>
                    <a:lumMod val="100000"/>
                  </a:schemeClr>
                </a:gs>
                <a:gs pos="78000">
                  <a:schemeClr val="accent2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  <c:pt idx="0">
                  <c:v>37.503999999999998</c:v>
                </c:pt>
                <c:pt idx="1">
                  <c:v>0.55100000000000005</c:v>
                </c:pt>
                <c:pt idx="2">
                  <c:v>0.53900000000000003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A3B-41B0-ABEC-842AD840208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gemma3:4b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96000"/>
                    <a:lumMod val="100000"/>
                  </a:schemeClr>
                </a:gs>
                <a:gs pos="78000">
                  <a:schemeClr val="accent3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0.56399999999999995</c:v>
                </c:pt>
                <c:pt idx="1">
                  <c:v>0.55200000000000005</c:v>
                </c:pt>
                <c:pt idx="2">
                  <c:v>0.53400000000000003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A3B-41B0-ABEC-842AD840208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qwen3:4b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96000"/>
                    <a:lumMod val="100000"/>
                  </a:schemeClr>
                </a:gs>
                <a:gs pos="78000">
                  <a:schemeClr val="accent4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0.56799999999999995</c:v>
                </c:pt>
                <c:pt idx="1">
                  <c:v>0.54900000000000004</c:v>
                </c:pt>
                <c:pt idx="2">
                  <c:v>0.53500000000000003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A3B-41B0-ABEC-842AD84020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7997920"/>
        <c:axId val="17999360"/>
      </c:barChart>
      <c:catAx>
        <c:axId val="17997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9360"/>
        <c:crosses val="autoZero"/>
        <c:auto val="1"/>
        <c:lblAlgn val="ctr"/>
        <c:lblOffset val="100"/>
        <c:noMultiLvlLbl val="0"/>
      </c:catAx>
      <c:valAx>
        <c:axId val="17999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7920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noProof="0" dirty="0" err="1"/>
              <a:t>Tokens</a:t>
            </a:r>
            <a:r>
              <a:rPr lang="en-US" noProof="0" dirty="0"/>
              <a:t>/s</a:t>
            </a:r>
            <a:r>
              <a:rPr lang="en-US" baseline="0" noProof="0" dirty="0"/>
              <a:t> </a:t>
            </a:r>
            <a:r>
              <a:rPr lang="en-US" baseline="0" noProof="0" dirty="0" err="1"/>
              <a:t>por</a:t>
            </a:r>
            <a:r>
              <a:rPr lang="en-US" baseline="0" noProof="0" dirty="0"/>
              <a:t> </a:t>
            </a:r>
            <a:r>
              <a:rPr lang="en-US" baseline="0" noProof="0" dirty="0" err="1"/>
              <a:t>Quantidade</a:t>
            </a:r>
            <a:r>
              <a:rPr lang="en-US" baseline="0" noProof="0" dirty="0"/>
              <a:t> de Logs </a:t>
            </a:r>
            <a:r>
              <a:rPr lang="pt-PT" noProof="0" dirty="0"/>
              <a:t>- gpt-oss:120b (Depois)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gpt-oss:120b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6000"/>
                    <a:lumMod val="100000"/>
                  </a:schemeClr>
                </a:gs>
                <a:gs pos="78000">
                  <a:schemeClr val="accent1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0.28599999999999998</c:v>
                </c:pt>
                <c:pt idx="1">
                  <c:v>2.5999999999999999E-2</c:v>
                </c:pt>
                <c:pt idx="2">
                  <c:v>0.98399999999999999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BC-4BBA-9740-4E7A87DEC62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deepseek-r1:8b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6000"/>
                    <a:lumMod val="100000"/>
                  </a:schemeClr>
                </a:gs>
                <a:gs pos="78000">
                  <a:schemeClr val="accent2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0.42399999999999999</c:v>
                </c:pt>
                <c:pt idx="1">
                  <c:v>0.02</c:v>
                </c:pt>
                <c:pt idx="2">
                  <c:v>0.54500000000000004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3BC-4BBA-9740-4E7A87DEC62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gemma3:4b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96000"/>
                    <a:lumMod val="100000"/>
                  </a:schemeClr>
                </a:gs>
                <a:gs pos="78000">
                  <a:schemeClr val="accent3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0.40699999999999997</c:v>
                </c:pt>
                <c:pt idx="1">
                  <c:v>0.309</c:v>
                </c:pt>
                <c:pt idx="2">
                  <c:v>0.39700000000000002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3BC-4BBA-9740-4E7A87DEC62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qwen3:4b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96000"/>
                    <a:lumMod val="100000"/>
                  </a:schemeClr>
                </a:gs>
                <a:gs pos="78000">
                  <a:schemeClr val="accent4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0.41299999999999998</c:v>
                </c:pt>
                <c:pt idx="1">
                  <c:v>0.83499999999999996</c:v>
                </c:pt>
                <c:pt idx="2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3BC-4BBA-9740-4E7A87DEC6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7997920"/>
        <c:axId val="17999360"/>
      </c:barChart>
      <c:catAx>
        <c:axId val="17997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9360"/>
        <c:crosses val="autoZero"/>
        <c:auto val="1"/>
        <c:lblAlgn val="ctr"/>
        <c:lblOffset val="100"/>
        <c:noMultiLvlLbl val="0"/>
      </c:catAx>
      <c:valAx>
        <c:axId val="17999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7920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noProof="0" dirty="0" err="1"/>
              <a:t>Tokens</a:t>
            </a:r>
            <a:r>
              <a:rPr lang="en-US" noProof="0" dirty="0"/>
              <a:t>/s</a:t>
            </a:r>
            <a:r>
              <a:rPr lang="en-US" baseline="0" noProof="0" dirty="0"/>
              <a:t> </a:t>
            </a:r>
            <a:r>
              <a:rPr lang="en-US" baseline="0" noProof="0" dirty="0" err="1"/>
              <a:t>por</a:t>
            </a:r>
            <a:r>
              <a:rPr lang="en-US" baseline="0" noProof="0" dirty="0"/>
              <a:t> </a:t>
            </a:r>
            <a:r>
              <a:rPr lang="en-US" baseline="0" noProof="0" dirty="0" err="1"/>
              <a:t>Quantidade</a:t>
            </a:r>
            <a:r>
              <a:rPr lang="en-US" baseline="0" noProof="0" dirty="0"/>
              <a:t> de Logs </a:t>
            </a:r>
            <a:r>
              <a:rPr lang="pt-PT" noProof="0" dirty="0"/>
              <a:t>- deepseek-r1:8b (Depois)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gpt-oss:120b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6000"/>
                    <a:lumMod val="100000"/>
                  </a:schemeClr>
                </a:gs>
                <a:gs pos="78000">
                  <a:schemeClr val="accent1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24.507000000000001</c:v>
                </c:pt>
                <c:pt idx="1">
                  <c:v>42.576999999999998</c:v>
                </c:pt>
                <c:pt idx="2">
                  <c:v>37.331000000000003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25-4E27-A44C-2FDD4D73651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deepseek-r1:8b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6000"/>
                    <a:lumMod val="100000"/>
                  </a:schemeClr>
                </a:gs>
                <a:gs pos="78000">
                  <a:schemeClr val="accent2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  <c:pt idx="0">
                  <c:v>35.814</c:v>
                </c:pt>
                <c:pt idx="1">
                  <c:v>0.55700000000000005</c:v>
                </c:pt>
                <c:pt idx="2">
                  <c:v>0.54800000000000004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025-4E27-A44C-2FDD4D73651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gemma3:4b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96000"/>
                    <a:lumMod val="100000"/>
                  </a:schemeClr>
                </a:gs>
                <a:gs pos="78000">
                  <a:schemeClr val="accent3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0.57599999999999996</c:v>
                </c:pt>
                <c:pt idx="1">
                  <c:v>0.53800000000000003</c:v>
                </c:pt>
                <c:pt idx="2">
                  <c:v>0.53600000000000003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025-4E27-A44C-2FDD4D73651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qwen3:4b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96000"/>
                    <a:lumMod val="100000"/>
                  </a:schemeClr>
                </a:gs>
                <a:gs pos="78000">
                  <a:schemeClr val="accent4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0.57199999999999995</c:v>
                </c:pt>
                <c:pt idx="1">
                  <c:v>0.54100000000000004</c:v>
                </c:pt>
                <c:pt idx="2">
                  <c:v>0.54700000000000004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025-4E27-A44C-2FDD4D7365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7997920"/>
        <c:axId val="17999360"/>
      </c:barChart>
      <c:catAx>
        <c:axId val="17997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9360"/>
        <c:crosses val="autoZero"/>
        <c:auto val="1"/>
        <c:lblAlgn val="ctr"/>
        <c:lblOffset val="100"/>
        <c:noMultiLvlLbl val="0"/>
      </c:catAx>
      <c:valAx>
        <c:axId val="17999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7920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noProof="0" dirty="0" err="1"/>
              <a:t>Tokens</a:t>
            </a:r>
            <a:r>
              <a:rPr lang="en-US" noProof="0" dirty="0"/>
              <a:t>/s</a:t>
            </a:r>
            <a:r>
              <a:rPr lang="en-US" baseline="0" noProof="0" dirty="0"/>
              <a:t> </a:t>
            </a:r>
            <a:r>
              <a:rPr lang="en-US" baseline="0" noProof="0" dirty="0" err="1"/>
              <a:t>por</a:t>
            </a:r>
            <a:r>
              <a:rPr lang="en-US" baseline="0" noProof="0" dirty="0"/>
              <a:t> </a:t>
            </a:r>
            <a:r>
              <a:rPr lang="en-US" baseline="0" noProof="0" dirty="0" err="1"/>
              <a:t>Quantidade</a:t>
            </a:r>
            <a:r>
              <a:rPr lang="en-US" baseline="0" noProof="0" dirty="0"/>
              <a:t> de Logs </a:t>
            </a:r>
            <a:r>
              <a:rPr lang="pt-PT" noProof="0" dirty="0"/>
              <a:t>- gemma3:4b (Antes)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gpt-oss:120b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6000"/>
                    <a:lumMod val="100000"/>
                  </a:schemeClr>
                </a:gs>
                <a:gs pos="78000">
                  <a:schemeClr val="accent1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20.312000000000001</c:v>
                </c:pt>
                <c:pt idx="1">
                  <c:v>38.067</c:v>
                </c:pt>
                <c:pt idx="2">
                  <c:v>41.396999999999998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9E-497C-BCEA-9DD896E841A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deepseek-r1:8b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6000"/>
                    <a:lumMod val="100000"/>
                  </a:schemeClr>
                </a:gs>
                <a:gs pos="78000">
                  <a:schemeClr val="accent2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  <c:pt idx="0">
                  <c:v>34.835999999999999</c:v>
                </c:pt>
                <c:pt idx="1">
                  <c:v>32.076000000000001</c:v>
                </c:pt>
                <c:pt idx="2">
                  <c:v>30.181000000000001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89E-497C-BCEA-9DD896E841A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gemma3:4b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96000"/>
                    <a:lumMod val="100000"/>
                  </a:schemeClr>
                </a:gs>
                <a:gs pos="78000">
                  <a:schemeClr val="accent3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Sheet1!$D$2:$D$4</c:f>
              <c:numCache>
                <c:formatCode>General</c:formatCode>
                <c:ptCount val="3"/>
                <c:pt idx="0">
                  <c:v>31.818999999999999</c:v>
                </c:pt>
                <c:pt idx="1">
                  <c:v>1.04</c:v>
                </c:pt>
                <c:pt idx="2">
                  <c:v>30.773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89E-497C-BCEA-9DD896E841A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qwen3:4b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96000"/>
                    <a:lumMod val="100000"/>
                  </a:schemeClr>
                </a:gs>
                <a:gs pos="78000">
                  <a:schemeClr val="accent4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Sheet1!$E$2:$E$4</c:f>
              <c:numCache>
                <c:formatCode>General</c:formatCode>
                <c:ptCount val="3"/>
                <c:pt idx="0">
                  <c:v>28.337</c:v>
                </c:pt>
                <c:pt idx="1">
                  <c:v>41.588999999999999</c:v>
                </c:pt>
                <c:pt idx="2">
                  <c:v>26.053000000000001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89E-497C-BCEA-9DD896E841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7997920"/>
        <c:axId val="17999360"/>
      </c:barChart>
      <c:catAx>
        <c:axId val="17997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9360"/>
        <c:crosses val="autoZero"/>
        <c:auto val="1"/>
        <c:lblAlgn val="ctr"/>
        <c:lblOffset val="100"/>
        <c:noMultiLvlLbl val="0"/>
      </c:catAx>
      <c:valAx>
        <c:axId val="17999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7920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noProof="0" dirty="0" err="1"/>
              <a:t>Tokens</a:t>
            </a:r>
            <a:r>
              <a:rPr lang="en-US" noProof="0" dirty="0"/>
              <a:t>/s</a:t>
            </a:r>
            <a:r>
              <a:rPr lang="en-US" baseline="0" noProof="0" dirty="0"/>
              <a:t> </a:t>
            </a:r>
            <a:r>
              <a:rPr lang="en-US" baseline="0" noProof="0" dirty="0" err="1"/>
              <a:t>por</a:t>
            </a:r>
            <a:r>
              <a:rPr lang="en-US" baseline="0" noProof="0" dirty="0"/>
              <a:t> </a:t>
            </a:r>
            <a:r>
              <a:rPr lang="en-US" baseline="0" noProof="0" dirty="0" err="1"/>
              <a:t>Quantidade</a:t>
            </a:r>
            <a:r>
              <a:rPr lang="en-US" baseline="0" noProof="0" dirty="0"/>
              <a:t> de Logs </a:t>
            </a:r>
            <a:r>
              <a:rPr lang="pt-PT" noProof="0" dirty="0"/>
              <a:t>- qwen3:4b (Antes)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gpt-oss:120b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6000"/>
                    <a:lumMod val="100000"/>
                  </a:schemeClr>
                </a:gs>
                <a:gs pos="78000">
                  <a:schemeClr val="accent1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65.706999999999994</c:v>
                </c:pt>
                <c:pt idx="1">
                  <c:v>63.893999999999998</c:v>
                </c:pt>
                <c:pt idx="2">
                  <c:v>63.145000000000003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CE-4D9A-98F4-E94F166E5B2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deepseek-r1:8b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6000"/>
                    <a:lumMod val="100000"/>
                  </a:schemeClr>
                </a:gs>
                <a:gs pos="78000">
                  <a:schemeClr val="accent2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  <c:pt idx="0">
                  <c:v>63.466999999999999</c:v>
                </c:pt>
                <c:pt idx="1">
                  <c:v>70.540000000000006</c:v>
                </c:pt>
                <c:pt idx="2">
                  <c:v>71.724000000000004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5CE-4D9A-98F4-E94F166E5B2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gemma3:4b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96000"/>
                    <a:lumMod val="100000"/>
                  </a:schemeClr>
                </a:gs>
                <a:gs pos="78000">
                  <a:schemeClr val="accent3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Sheet1!$D$2:$D$4</c:f>
              <c:numCache>
                <c:formatCode>General</c:formatCode>
                <c:ptCount val="3"/>
                <c:pt idx="0">
                  <c:v>74.48</c:v>
                </c:pt>
                <c:pt idx="1">
                  <c:v>75.266000000000005</c:v>
                </c:pt>
                <c:pt idx="2">
                  <c:v>73.326999999999998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5CE-4D9A-98F4-E94F166E5B2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qwen3:4b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96000"/>
                    <a:lumMod val="100000"/>
                  </a:schemeClr>
                </a:gs>
                <a:gs pos="78000">
                  <a:schemeClr val="accent4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Sheet1!$E$2:$E$4</c:f>
              <c:numCache>
                <c:formatCode>General</c:formatCode>
                <c:ptCount val="3"/>
                <c:pt idx="0">
                  <c:v>70.391000000000005</c:v>
                </c:pt>
                <c:pt idx="1">
                  <c:v>65.744</c:v>
                </c:pt>
                <c:pt idx="2">
                  <c:v>75.944000000000003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5CE-4D9A-98F4-E94F166E5B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7997920"/>
        <c:axId val="17999360"/>
      </c:barChart>
      <c:catAx>
        <c:axId val="17997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9360"/>
        <c:crosses val="autoZero"/>
        <c:auto val="1"/>
        <c:lblAlgn val="ctr"/>
        <c:lblOffset val="100"/>
        <c:noMultiLvlLbl val="0"/>
      </c:catAx>
      <c:valAx>
        <c:axId val="17999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7920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noProof="0" dirty="0" err="1"/>
              <a:t>Tokens</a:t>
            </a:r>
            <a:r>
              <a:rPr lang="en-US" noProof="0" dirty="0"/>
              <a:t>/s</a:t>
            </a:r>
            <a:r>
              <a:rPr lang="en-US" baseline="0" noProof="0" dirty="0"/>
              <a:t> </a:t>
            </a:r>
            <a:r>
              <a:rPr lang="en-US" baseline="0" noProof="0" dirty="0" err="1"/>
              <a:t>por</a:t>
            </a:r>
            <a:r>
              <a:rPr lang="en-US" baseline="0" noProof="0" dirty="0"/>
              <a:t> </a:t>
            </a:r>
            <a:r>
              <a:rPr lang="en-US" baseline="0" noProof="0" dirty="0" err="1"/>
              <a:t>Quantidade</a:t>
            </a:r>
            <a:r>
              <a:rPr lang="en-US" baseline="0" noProof="0" dirty="0"/>
              <a:t> de Logs </a:t>
            </a:r>
            <a:r>
              <a:rPr lang="pt-PT" noProof="0" dirty="0"/>
              <a:t>- gemma3:4b (Depois)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gpt-oss:120b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6000"/>
                    <a:lumMod val="100000"/>
                  </a:schemeClr>
                </a:gs>
                <a:gs pos="78000">
                  <a:schemeClr val="accent1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8.173</c:v>
                </c:pt>
                <c:pt idx="1">
                  <c:v>39.134</c:v>
                </c:pt>
                <c:pt idx="2">
                  <c:v>28.911999999999999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E6-4A64-9F34-32729BE7AB3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deepseek-r1:8b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6000"/>
                    <a:lumMod val="100000"/>
                  </a:schemeClr>
                </a:gs>
                <a:gs pos="78000">
                  <a:schemeClr val="accent2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  <c:pt idx="0">
                  <c:v>34.381</c:v>
                </c:pt>
                <c:pt idx="1">
                  <c:v>37.17</c:v>
                </c:pt>
                <c:pt idx="2">
                  <c:v>28.233000000000001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7E6-4A64-9F34-32729BE7AB3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gemma3:4b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96000"/>
                    <a:lumMod val="100000"/>
                  </a:schemeClr>
                </a:gs>
                <a:gs pos="78000">
                  <a:schemeClr val="accent3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Sheet1!$D$2:$D$4</c:f>
              <c:numCache>
                <c:formatCode>General</c:formatCode>
                <c:ptCount val="3"/>
                <c:pt idx="0">
                  <c:v>32.957999999999998</c:v>
                </c:pt>
                <c:pt idx="1">
                  <c:v>19.908999999999999</c:v>
                </c:pt>
                <c:pt idx="2">
                  <c:v>33.646000000000001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E6-4A64-9F34-32729BE7AB3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qwen3:4b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96000"/>
                    <a:lumMod val="100000"/>
                  </a:schemeClr>
                </a:gs>
                <a:gs pos="78000">
                  <a:schemeClr val="accent4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Sheet1!$E$2:$E$4</c:f>
              <c:numCache>
                <c:formatCode>General</c:formatCode>
                <c:ptCount val="3"/>
                <c:pt idx="0">
                  <c:v>30.808</c:v>
                </c:pt>
                <c:pt idx="1">
                  <c:v>33.206000000000003</c:v>
                </c:pt>
                <c:pt idx="2">
                  <c:v>21.515999999999998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7E6-4A64-9F34-32729BE7AB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7997920"/>
        <c:axId val="17999360"/>
      </c:barChart>
      <c:catAx>
        <c:axId val="17997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9360"/>
        <c:crosses val="autoZero"/>
        <c:auto val="1"/>
        <c:lblAlgn val="ctr"/>
        <c:lblOffset val="100"/>
        <c:noMultiLvlLbl val="0"/>
      </c:catAx>
      <c:valAx>
        <c:axId val="17999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7920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noProof="0" dirty="0" err="1"/>
              <a:t>Tokens</a:t>
            </a:r>
            <a:r>
              <a:rPr lang="en-US" noProof="0" dirty="0"/>
              <a:t>/s</a:t>
            </a:r>
            <a:r>
              <a:rPr lang="en-US" baseline="0" noProof="0" dirty="0"/>
              <a:t> </a:t>
            </a:r>
            <a:r>
              <a:rPr lang="en-US" baseline="0" noProof="0" dirty="0" err="1"/>
              <a:t>por</a:t>
            </a:r>
            <a:r>
              <a:rPr lang="en-US" baseline="0" noProof="0" dirty="0"/>
              <a:t> </a:t>
            </a:r>
            <a:r>
              <a:rPr lang="en-US" baseline="0" noProof="0" dirty="0" err="1"/>
              <a:t>Quantidade</a:t>
            </a:r>
            <a:r>
              <a:rPr lang="en-US" baseline="0" noProof="0" dirty="0"/>
              <a:t> de Logs </a:t>
            </a:r>
            <a:r>
              <a:rPr lang="pt-PT" noProof="0" dirty="0"/>
              <a:t>- qwen3:4b (Depois)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gpt-oss:120b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6000"/>
                    <a:lumMod val="100000"/>
                  </a:schemeClr>
                </a:gs>
                <a:gs pos="78000">
                  <a:schemeClr val="accent1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45.679000000000002</c:v>
                </c:pt>
                <c:pt idx="1">
                  <c:v>80.275999999999996</c:v>
                </c:pt>
                <c:pt idx="2">
                  <c:v>67.584000000000003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69-4F9E-956B-E5BCCF2987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deepseek-r1:8b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6000"/>
                    <a:lumMod val="100000"/>
                  </a:schemeClr>
                </a:gs>
                <a:gs pos="78000">
                  <a:schemeClr val="accent2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  <c:pt idx="0">
                  <c:v>82.141999999999996</c:v>
                </c:pt>
                <c:pt idx="1">
                  <c:v>73.105000000000004</c:v>
                </c:pt>
                <c:pt idx="2">
                  <c:v>71.009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E69-4F9E-956B-E5BCCF2987B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gemma3:4b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96000"/>
                    <a:lumMod val="100000"/>
                  </a:schemeClr>
                </a:gs>
                <a:gs pos="78000">
                  <a:schemeClr val="accent3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Sheet1!$D$2:$D$4</c:f>
              <c:numCache>
                <c:formatCode>General</c:formatCode>
                <c:ptCount val="3"/>
                <c:pt idx="0">
                  <c:v>68.126000000000005</c:v>
                </c:pt>
                <c:pt idx="1">
                  <c:v>75.308999999999997</c:v>
                </c:pt>
                <c:pt idx="2">
                  <c:v>80.918999999999997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E69-4F9E-956B-E5BCCF2987B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qwen3:4b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96000"/>
                    <a:lumMod val="100000"/>
                  </a:schemeClr>
                </a:gs>
                <a:gs pos="78000">
                  <a:schemeClr val="accent4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Sheet1!$E$2:$E$4</c:f>
              <c:numCache>
                <c:formatCode>General</c:formatCode>
                <c:ptCount val="3"/>
                <c:pt idx="0">
                  <c:v>68.853999999999999</c:v>
                </c:pt>
                <c:pt idx="1">
                  <c:v>79.834999999999994</c:v>
                </c:pt>
                <c:pt idx="2">
                  <c:v>68.578999999999994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E69-4F9E-956B-E5BCCF2987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7997920"/>
        <c:axId val="17999360"/>
      </c:barChart>
      <c:catAx>
        <c:axId val="17997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9360"/>
        <c:crosses val="autoZero"/>
        <c:auto val="1"/>
        <c:lblAlgn val="ctr"/>
        <c:lblOffset val="100"/>
        <c:noMultiLvlLbl val="0"/>
      </c:catAx>
      <c:valAx>
        <c:axId val="17999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7920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noProof="0" dirty="0"/>
              <a:t>T.</a:t>
            </a:r>
            <a:r>
              <a:rPr lang="pt-PT" baseline="0" noProof="0" dirty="0"/>
              <a:t> Resposta</a:t>
            </a:r>
            <a:r>
              <a:rPr lang="en-US" baseline="0" noProof="0" dirty="0"/>
              <a:t> </a:t>
            </a:r>
            <a:r>
              <a:rPr lang="en-US" baseline="0" noProof="0" dirty="0" err="1"/>
              <a:t>por</a:t>
            </a:r>
            <a:r>
              <a:rPr lang="en-US" baseline="0" noProof="0" dirty="0"/>
              <a:t> </a:t>
            </a:r>
            <a:r>
              <a:rPr lang="en-US" baseline="0" noProof="0" dirty="0" err="1"/>
              <a:t>Quantidade</a:t>
            </a:r>
            <a:r>
              <a:rPr lang="en-US" baseline="0" noProof="0" dirty="0"/>
              <a:t> de Logs </a:t>
            </a:r>
            <a:r>
              <a:rPr lang="pt-PT" noProof="0" dirty="0"/>
              <a:t>- gpt-oss:120b (Antes)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gpt-oss:120b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6000"/>
                    <a:lumMod val="100000"/>
                  </a:schemeClr>
                </a:gs>
                <a:gs pos="78000">
                  <a:schemeClr val="accent1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260.10500000000002</c:v>
                </c:pt>
                <c:pt idx="1">
                  <c:v>1516.3720000000001</c:v>
                </c:pt>
                <c:pt idx="2">
                  <c:v>276.315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8A-4632-82AA-6C5AFD4E23F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deepseek-r1:8b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6000"/>
                    <a:lumMod val="100000"/>
                  </a:schemeClr>
                </a:gs>
                <a:gs pos="78000">
                  <a:schemeClr val="accent2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165.595</c:v>
                </c:pt>
                <c:pt idx="1">
                  <c:v>1187.665</c:v>
                </c:pt>
                <c:pt idx="2">
                  <c:v>512.88099999999997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88A-4632-82AA-6C5AFD4E23F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gemma3:4b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96000"/>
                    <a:lumMod val="100000"/>
                  </a:schemeClr>
                </a:gs>
                <a:gs pos="78000">
                  <a:schemeClr val="accent3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Sheet1!$D$2:$D$4</c:f>
              <c:numCache>
                <c:formatCode>General</c:formatCode>
                <c:ptCount val="3"/>
                <c:pt idx="0">
                  <c:v>146.154</c:v>
                </c:pt>
                <c:pt idx="1">
                  <c:v>514.84400000000005</c:v>
                </c:pt>
                <c:pt idx="2">
                  <c:v>1046.2090000000001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88A-4632-82AA-6C5AFD4E23F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qwen3:4b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96000"/>
                    <a:lumMod val="100000"/>
                  </a:schemeClr>
                </a:gs>
                <a:gs pos="78000">
                  <a:schemeClr val="accent4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Sheet1!$E$2:$E$4</c:f>
              <c:numCache>
                <c:formatCode>General</c:formatCode>
                <c:ptCount val="3"/>
                <c:pt idx="0">
                  <c:v>156.99199999999999</c:v>
                </c:pt>
                <c:pt idx="1">
                  <c:v>1115.481</c:v>
                </c:pt>
                <c:pt idx="2">
                  <c:v>237.11199999999999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88A-4632-82AA-6C5AFD4E23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7997920"/>
        <c:axId val="17999360"/>
      </c:barChart>
      <c:catAx>
        <c:axId val="17997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9360"/>
        <c:crosses val="autoZero"/>
        <c:auto val="1"/>
        <c:lblAlgn val="ctr"/>
        <c:lblOffset val="100"/>
        <c:noMultiLvlLbl val="0"/>
      </c:catAx>
      <c:valAx>
        <c:axId val="17999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7920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noProof="0" dirty="0"/>
              <a:t>T. </a:t>
            </a:r>
            <a:r>
              <a:rPr lang="en-US" noProof="0" dirty="0" err="1"/>
              <a:t>Resposta</a:t>
            </a:r>
            <a:r>
              <a:rPr lang="en-US" baseline="0" noProof="0" dirty="0"/>
              <a:t> </a:t>
            </a:r>
            <a:r>
              <a:rPr lang="en-US" baseline="0" noProof="0" dirty="0" err="1"/>
              <a:t>por</a:t>
            </a:r>
            <a:r>
              <a:rPr lang="en-US" baseline="0" noProof="0" dirty="0"/>
              <a:t> </a:t>
            </a:r>
            <a:r>
              <a:rPr lang="en-US" baseline="0" noProof="0" dirty="0" err="1"/>
              <a:t>Quantidade</a:t>
            </a:r>
            <a:r>
              <a:rPr lang="en-US" baseline="0" noProof="0" dirty="0"/>
              <a:t> de Logs </a:t>
            </a:r>
            <a:r>
              <a:rPr lang="pt-PT" noProof="0" dirty="0"/>
              <a:t>- deepseek-r1:8b</a:t>
            </a:r>
            <a:r>
              <a:rPr lang="pt-PT" baseline="0" noProof="0" dirty="0"/>
              <a:t> </a:t>
            </a:r>
            <a:r>
              <a:rPr lang="pt-PT" noProof="0" dirty="0"/>
              <a:t>(Antes)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gpt-oss:120b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6000"/>
                    <a:lumMod val="100000"/>
                  </a:schemeClr>
                </a:gs>
                <a:gs pos="78000">
                  <a:schemeClr val="accent1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13.032999999999999</c:v>
                </c:pt>
                <c:pt idx="1">
                  <c:v>14.157</c:v>
                </c:pt>
                <c:pt idx="2">
                  <c:v>483.91500000000002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EB-4EA4-958F-5E20F02D562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deepseek-r1:8b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6000"/>
                    <a:lumMod val="100000"/>
                  </a:schemeClr>
                </a:gs>
                <a:gs pos="78000">
                  <a:schemeClr val="accent2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  <c:pt idx="0">
                  <c:v>484.61500000000001</c:v>
                </c:pt>
                <c:pt idx="1">
                  <c:v>1.8160000000000001</c:v>
                </c:pt>
                <c:pt idx="2">
                  <c:v>1.8540000000000001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EB-4EA4-958F-5E20F02D562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gemma3:4b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96000"/>
                    <a:lumMod val="100000"/>
                  </a:schemeClr>
                </a:gs>
                <a:gs pos="78000">
                  <a:schemeClr val="accent3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Sheet1!$D$2:$D$4</c:f>
              <c:numCache>
                <c:formatCode>General</c:formatCode>
                <c:ptCount val="3"/>
                <c:pt idx="0">
                  <c:v>1.774</c:v>
                </c:pt>
                <c:pt idx="1">
                  <c:v>1.8109999999999999</c:v>
                </c:pt>
                <c:pt idx="2">
                  <c:v>1.8720000000000001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3EB-4EA4-958F-5E20F02D562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qwen3:4b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96000"/>
                    <a:lumMod val="100000"/>
                  </a:schemeClr>
                </a:gs>
                <a:gs pos="78000">
                  <a:schemeClr val="accent4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Sheet1!$E$2:$E$4</c:f>
              <c:numCache>
                <c:formatCode>General</c:formatCode>
                <c:ptCount val="3"/>
                <c:pt idx="0">
                  <c:v>1.7609999999999999</c:v>
                </c:pt>
                <c:pt idx="1">
                  <c:v>1.8220000000000001</c:v>
                </c:pt>
                <c:pt idx="2">
                  <c:v>1.8680000000000001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3EB-4EA4-958F-5E20F02D56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7997920"/>
        <c:axId val="17999360"/>
      </c:barChart>
      <c:catAx>
        <c:axId val="17997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9360"/>
        <c:crosses val="autoZero"/>
        <c:auto val="1"/>
        <c:lblAlgn val="ctr"/>
        <c:lblOffset val="100"/>
        <c:noMultiLvlLbl val="0"/>
      </c:catAx>
      <c:valAx>
        <c:axId val="17999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7920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aseline="0" noProof="0" dirty="0"/>
              <a:t>T. </a:t>
            </a:r>
            <a:r>
              <a:rPr lang="en-US" baseline="0" noProof="0" dirty="0" err="1"/>
              <a:t>Resposta</a:t>
            </a:r>
            <a:r>
              <a:rPr lang="en-US" baseline="0" noProof="0" dirty="0"/>
              <a:t> </a:t>
            </a:r>
            <a:r>
              <a:rPr lang="en-US" baseline="0" noProof="0" dirty="0" err="1"/>
              <a:t>por</a:t>
            </a:r>
            <a:r>
              <a:rPr lang="en-US" baseline="0" noProof="0" dirty="0"/>
              <a:t> </a:t>
            </a:r>
            <a:r>
              <a:rPr lang="en-US" baseline="0" noProof="0" dirty="0" err="1"/>
              <a:t>Quantidade</a:t>
            </a:r>
            <a:r>
              <a:rPr lang="en-US" baseline="0" noProof="0" dirty="0"/>
              <a:t> de Logs </a:t>
            </a:r>
            <a:r>
              <a:rPr lang="pt-PT" noProof="0" dirty="0"/>
              <a:t>- gpt-oss:120b (Depois)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gpt-oss:120b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6000"/>
                    <a:lumMod val="100000"/>
                  </a:schemeClr>
                </a:gs>
                <a:gs pos="78000">
                  <a:schemeClr val="accent1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262.13</c:v>
                </c:pt>
                <c:pt idx="1">
                  <c:v>264.65699999999998</c:v>
                </c:pt>
                <c:pt idx="2">
                  <c:v>884.85900000000004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12-4721-9039-A43A5AF4063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deepseek-r1:8b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6000"/>
                    <a:lumMod val="100000"/>
                  </a:schemeClr>
                </a:gs>
                <a:gs pos="78000">
                  <a:schemeClr val="accent2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207.672</c:v>
                </c:pt>
                <c:pt idx="1">
                  <c:v>248.43799999999999</c:v>
                </c:pt>
                <c:pt idx="2">
                  <c:v>519.08100000000002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712-4721-9039-A43A5AF4063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gemma3:4b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96000"/>
                    <a:lumMod val="100000"/>
                  </a:schemeClr>
                </a:gs>
                <a:gs pos="78000">
                  <a:schemeClr val="accent3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Sheet1!$D$2:$D$4</c:f>
              <c:numCache>
                <c:formatCode>General</c:formatCode>
                <c:ptCount val="3"/>
                <c:pt idx="0">
                  <c:v>208.72</c:v>
                </c:pt>
                <c:pt idx="1">
                  <c:v>526.67700000000002</c:v>
                </c:pt>
                <c:pt idx="2">
                  <c:v>625.09299999999996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712-4721-9039-A43A5AF4063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qwen3:4b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96000"/>
                    <a:lumMod val="100000"/>
                  </a:schemeClr>
                </a:gs>
                <a:gs pos="78000">
                  <a:schemeClr val="accent4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Sheet1!$E$2:$E$4</c:f>
              <c:numCache>
                <c:formatCode>General</c:formatCode>
                <c:ptCount val="3"/>
                <c:pt idx="0">
                  <c:v>205.83600000000001</c:v>
                </c:pt>
                <c:pt idx="1">
                  <c:v>710.17499999999995</c:v>
                </c:pt>
                <c:pt idx="2">
                  <c:v>247.02500000000001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712-4721-9039-A43A5AF406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7997920"/>
        <c:axId val="17999360"/>
      </c:barChart>
      <c:catAx>
        <c:axId val="17997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9360"/>
        <c:crosses val="autoZero"/>
        <c:auto val="1"/>
        <c:lblAlgn val="ctr"/>
        <c:lblOffset val="100"/>
        <c:noMultiLvlLbl val="0"/>
      </c:catAx>
      <c:valAx>
        <c:axId val="17999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7920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noProof="0" dirty="0"/>
              <a:t>T.</a:t>
            </a:r>
            <a:r>
              <a:rPr lang="en-US" baseline="0" noProof="0" dirty="0"/>
              <a:t> </a:t>
            </a:r>
            <a:r>
              <a:rPr lang="en-US" baseline="0" noProof="0" dirty="0" err="1"/>
              <a:t>Resposta</a:t>
            </a:r>
            <a:r>
              <a:rPr lang="en-US" baseline="0" noProof="0" dirty="0"/>
              <a:t> </a:t>
            </a:r>
            <a:r>
              <a:rPr lang="en-US" baseline="0" noProof="0" dirty="0" err="1"/>
              <a:t>por</a:t>
            </a:r>
            <a:r>
              <a:rPr lang="en-US" baseline="0" noProof="0" dirty="0"/>
              <a:t> </a:t>
            </a:r>
            <a:r>
              <a:rPr lang="en-US" baseline="0" noProof="0" dirty="0" err="1"/>
              <a:t>Quantidade</a:t>
            </a:r>
            <a:r>
              <a:rPr lang="en-US" baseline="0" noProof="0" dirty="0"/>
              <a:t> de Logs </a:t>
            </a:r>
            <a:r>
              <a:rPr lang="pt-PT" noProof="0" dirty="0"/>
              <a:t>- deepseek-r1:8b (Depois)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gpt-oss:120b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6000"/>
                    <a:lumMod val="100000"/>
                  </a:schemeClr>
                </a:gs>
                <a:gs pos="78000">
                  <a:schemeClr val="accent1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76.143000000000001</c:v>
                </c:pt>
                <c:pt idx="1">
                  <c:v>487.113</c:v>
                </c:pt>
                <c:pt idx="2">
                  <c:v>341.03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A5-4CEF-9C53-11A68B4DE3B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deepseek-r1:8b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6000"/>
                    <a:lumMod val="100000"/>
                  </a:schemeClr>
                </a:gs>
                <a:gs pos="78000">
                  <a:schemeClr val="accent2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123.723</c:v>
                </c:pt>
                <c:pt idx="1">
                  <c:v>1.796</c:v>
                </c:pt>
                <c:pt idx="2">
                  <c:v>1.8240000000000001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EA5-4CEF-9C53-11A68B4DE3B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gemma3:4b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96000"/>
                    <a:lumMod val="100000"/>
                  </a:schemeClr>
                </a:gs>
                <a:gs pos="78000">
                  <a:schemeClr val="accent3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Sheet1!$D$2:$D$4</c:f>
              <c:numCache>
                <c:formatCode>General</c:formatCode>
                <c:ptCount val="3"/>
                <c:pt idx="0">
                  <c:v>1.736</c:v>
                </c:pt>
                <c:pt idx="1">
                  <c:v>1.86</c:v>
                </c:pt>
                <c:pt idx="2">
                  <c:v>1.8640000000000001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EA5-4CEF-9C53-11A68B4DE3B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qwen3:4b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96000"/>
                    <a:lumMod val="100000"/>
                  </a:schemeClr>
                </a:gs>
                <a:gs pos="78000">
                  <a:schemeClr val="accent4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Sheet1!$E$2:$E$4</c:f>
              <c:numCache>
                <c:formatCode>General</c:formatCode>
                <c:ptCount val="3"/>
                <c:pt idx="0">
                  <c:v>1.748</c:v>
                </c:pt>
                <c:pt idx="1">
                  <c:v>1.847</c:v>
                </c:pt>
                <c:pt idx="2">
                  <c:v>1.8280000000000001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EA5-4CEF-9C53-11A68B4DE3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7997920"/>
        <c:axId val="17999360"/>
      </c:barChart>
      <c:catAx>
        <c:axId val="17997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9360"/>
        <c:crosses val="autoZero"/>
        <c:auto val="1"/>
        <c:lblAlgn val="ctr"/>
        <c:lblOffset val="100"/>
        <c:noMultiLvlLbl val="0"/>
      </c:catAx>
      <c:valAx>
        <c:axId val="17999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7920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noProof="0" dirty="0"/>
              <a:t>T.</a:t>
            </a:r>
            <a:r>
              <a:rPr lang="pt-PT" baseline="0" noProof="0" dirty="0"/>
              <a:t> Resposta</a:t>
            </a:r>
            <a:r>
              <a:rPr lang="en-US" baseline="0" noProof="0" dirty="0"/>
              <a:t> </a:t>
            </a:r>
            <a:r>
              <a:rPr lang="en-US" baseline="0" noProof="0" dirty="0" err="1"/>
              <a:t>por</a:t>
            </a:r>
            <a:r>
              <a:rPr lang="en-US" baseline="0" noProof="0" dirty="0"/>
              <a:t> </a:t>
            </a:r>
            <a:r>
              <a:rPr lang="en-US" baseline="0" noProof="0" dirty="0" err="1"/>
              <a:t>Quantidade</a:t>
            </a:r>
            <a:r>
              <a:rPr lang="en-US" baseline="0" noProof="0" dirty="0"/>
              <a:t> de Logs </a:t>
            </a:r>
            <a:r>
              <a:rPr lang="pt-PT" noProof="0" dirty="0"/>
              <a:t>- gemma3:4b (Antes)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gpt-oss:120b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6000"/>
                    <a:lumMod val="100000"/>
                  </a:schemeClr>
                </a:gs>
                <a:gs pos="78000">
                  <a:schemeClr val="accent1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6.0060000000000002</c:v>
                </c:pt>
                <c:pt idx="1">
                  <c:v>4.8070000000000004</c:v>
                </c:pt>
                <c:pt idx="2">
                  <c:v>2.9710000000000001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CA-41B5-934F-98E5008921A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deepseek-r1:8b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6000"/>
                    <a:lumMod val="100000"/>
                  </a:schemeClr>
                </a:gs>
                <a:gs pos="78000">
                  <a:schemeClr val="accent2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2.1240000000000001</c:v>
                </c:pt>
                <c:pt idx="1">
                  <c:v>2.4009999999999998</c:v>
                </c:pt>
                <c:pt idx="2">
                  <c:v>2.5840000000000001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4CA-41B5-934F-98E5008921A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gemma3:4b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96000"/>
                    <a:lumMod val="100000"/>
                  </a:schemeClr>
                </a:gs>
                <a:gs pos="78000">
                  <a:schemeClr val="accent3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Sheet1!$D$2:$D$4</c:f>
              <c:numCache>
                <c:formatCode>General</c:formatCode>
                <c:ptCount val="3"/>
                <c:pt idx="0">
                  <c:v>2.2629999999999999</c:v>
                </c:pt>
                <c:pt idx="1">
                  <c:v>0.96099999999999997</c:v>
                </c:pt>
                <c:pt idx="2">
                  <c:v>2.34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4CA-41B5-934F-98E5008921A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qwen3:4b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96000"/>
                    <a:lumMod val="100000"/>
                  </a:schemeClr>
                </a:gs>
                <a:gs pos="78000">
                  <a:schemeClr val="accent4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Sheet1!$E$2:$E$4</c:f>
              <c:numCache>
                <c:formatCode>General</c:formatCode>
                <c:ptCount val="3"/>
                <c:pt idx="0">
                  <c:v>2.0819999999999999</c:v>
                </c:pt>
                <c:pt idx="1">
                  <c:v>3.6309999999999998</c:v>
                </c:pt>
                <c:pt idx="2">
                  <c:v>2.3029999999999999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4CA-41B5-934F-98E5008921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7997920"/>
        <c:axId val="17999360"/>
      </c:barChart>
      <c:catAx>
        <c:axId val="17997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9360"/>
        <c:crosses val="autoZero"/>
        <c:auto val="1"/>
        <c:lblAlgn val="ctr"/>
        <c:lblOffset val="100"/>
        <c:noMultiLvlLbl val="0"/>
      </c:catAx>
      <c:valAx>
        <c:axId val="17999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7920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noProof="0" dirty="0"/>
              <a:t>T. </a:t>
            </a:r>
            <a:r>
              <a:rPr lang="en-US" noProof="0" dirty="0" err="1"/>
              <a:t>Resposta</a:t>
            </a:r>
            <a:r>
              <a:rPr lang="en-US" baseline="0" noProof="0" dirty="0"/>
              <a:t> </a:t>
            </a:r>
            <a:r>
              <a:rPr lang="en-US" baseline="0" noProof="0" dirty="0" err="1"/>
              <a:t>por</a:t>
            </a:r>
            <a:r>
              <a:rPr lang="en-US" baseline="0" noProof="0" dirty="0"/>
              <a:t> </a:t>
            </a:r>
            <a:r>
              <a:rPr lang="en-US" baseline="0" noProof="0" dirty="0" err="1"/>
              <a:t>Quantidade</a:t>
            </a:r>
            <a:r>
              <a:rPr lang="en-US" baseline="0" noProof="0" dirty="0"/>
              <a:t> de Logs </a:t>
            </a:r>
            <a:r>
              <a:rPr lang="pt-PT" noProof="0" dirty="0"/>
              <a:t>- qwen3:4b</a:t>
            </a:r>
            <a:r>
              <a:rPr lang="pt-PT" baseline="0" noProof="0" dirty="0"/>
              <a:t> </a:t>
            </a:r>
            <a:r>
              <a:rPr lang="pt-PT" noProof="0" dirty="0"/>
              <a:t>(Antes)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gpt-oss:120b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6000"/>
                    <a:lumMod val="100000"/>
                  </a:schemeClr>
                </a:gs>
                <a:gs pos="78000">
                  <a:schemeClr val="accent1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30.635999999999999</c:v>
                </c:pt>
                <c:pt idx="1">
                  <c:v>111.639</c:v>
                </c:pt>
                <c:pt idx="2">
                  <c:v>29.773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94-4A6D-BF73-054854AD80A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deepseek-r1:8b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6000"/>
                    <a:lumMod val="100000"/>
                  </a:schemeClr>
                </a:gs>
                <a:gs pos="78000">
                  <a:schemeClr val="accent2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  <c:pt idx="0">
                  <c:v>324.56</c:v>
                </c:pt>
                <c:pt idx="1">
                  <c:v>32.18</c:v>
                </c:pt>
                <c:pt idx="2">
                  <c:v>21.303999999999998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694-4A6D-BF73-054854AD80A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gemma3:4b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96000"/>
                    <a:lumMod val="100000"/>
                  </a:schemeClr>
                </a:gs>
                <a:gs pos="78000">
                  <a:schemeClr val="accent3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Sheet1!$D$2:$D$4</c:f>
              <c:numCache>
                <c:formatCode>General</c:formatCode>
                <c:ptCount val="3"/>
                <c:pt idx="0">
                  <c:v>28.33</c:v>
                </c:pt>
                <c:pt idx="1">
                  <c:v>38.118000000000002</c:v>
                </c:pt>
                <c:pt idx="2">
                  <c:v>25.68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694-4A6D-BF73-054854AD80A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qwen3:4b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96000"/>
                    <a:lumMod val="100000"/>
                  </a:schemeClr>
                </a:gs>
                <a:gs pos="78000">
                  <a:schemeClr val="accent4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Sheet1!$E$2:$E$4</c:f>
              <c:numCache>
                <c:formatCode>General</c:formatCode>
                <c:ptCount val="3"/>
                <c:pt idx="0">
                  <c:v>28.170999999999999</c:v>
                </c:pt>
                <c:pt idx="1">
                  <c:v>27.181000000000001</c:v>
                </c:pt>
                <c:pt idx="2">
                  <c:v>33.537999999999997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694-4A6D-BF73-054854AD80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7997920"/>
        <c:axId val="17999360"/>
      </c:barChart>
      <c:catAx>
        <c:axId val="17997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9360"/>
        <c:crosses val="autoZero"/>
        <c:auto val="1"/>
        <c:lblAlgn val="ctr"/>
        <c:lblOffset val="100"/>
        <c:noMultiLvlLbl val="0"/>
      </c:catAx>
      <c:valAx>
        <c:axId val="17999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7920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aseline="0" noProof="0" dirty="0"/>
              <a:t>T. </a:t>
            </a:r>
            <a:r>
              <a:rPr lang="en-US" baseline="0" noProof="0" dirty="0" err="1"/>
              <a:t>Resposta</a:t>
            </a:r>
            <a:r>
              <a:rPr lang="en-US" baseline="0" noProof="0" dirty="0"/>
              <a:t> </a:t>
            </a:r>
            <a:r>
              <a:rPr lang="en-US" baseline="0" noProof="0" dirty="0" err="1"/>
              <a:t>por</a:t>
            </a:r>
            <a:r>
              <a:rPr lang="en-US" baseline="0" noProof="0" dirty="0"/>
              <a:t> </a:t>
            </a:r>
            <a:r>
              <a:rPr lang="en-US" baseline="0" noProof="0" dirty="0" err="1"/>
              <a:t>Quantidade</a:t>
            </a:r>
            <a:r>
              <a:rPr lang="en-US" baseline="0" noProof="0" dirty="0"/>
              <a:t> de Logs </a:t>
            </a:r>
            <a:r>
              <a:rPr lang="pt-PT" noProof="0" dirty="0"/>
              <a:t>- gemma3:4b (Depois)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gpt-oss:120b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6000"/>
                    <a:lumMod val="100000"/>
                  </a:schemeClr>
                </a:gs>
                <a:gs pos="78000">
                  <a:schemeClr val="accent1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4.5270000000000001</c:v>
                </c:pt>
                <c:pt idx="1">
                  <c:v>4.0119999999999996</c:v>
                </c:pt>
                <c:pt idx="2">
                  <c:v>2.3519999999999999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05-4A1B-B826-475772F63E3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deepseek-r1:8b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6000"/>
                    <a:lumMod val="100000"/>
                  </a:schemeClr>
                </a:gs>
                <a:gs pos="78000">
                  <a:schemeClr val="accent2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2.5299999999999998</c:v>
                </c:pt>
                <c:pt idx="1">
                  <c:v>3.605</c:v>
                </c:pt>
                <c:pt idx="2">
                  <c:v>2.5150000000000001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105-4A1B-B826-475772F63E3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gemma3:4b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96000"/>
                    <a:lumMod val="100000"/>
                  </a:schemeClr>
                </a:gs>
                <a:gs pos="78000">
                  <a:schemeClr val="accent3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Sheet1!$D$2:$D$4</c:f>
              <c:numCache>
                <c:formatCode>General</c:formatCode>
                <c:ptCount val="3"/>
                <c:pt idx="0">
                  <c:v>2.1240000000000001</c:v>
                </c:pt>
                <c:pt idx="1">
                  <c:v>2.0089999999999999</c:v>
                </c:pt>
                <c:pt idx="2">
                  <c:v>2.7639999999999998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105-4A1B-B826-475772F63E3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qwen3:4b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96000"/>
                    <a:lumMod val="100000"/>
                  </a:schemeClr>
                </a:gs>
                <a:gs pos="78000">
                  <a:schemeClr val="accent4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Sheet1!$E$2:$E$4</c:f>
              <c:numCache>
                <c:formatCode>General</c:formatCode>
                <c:ptCount val="3"/>
                <c:pt idx="0">
                  <c:v>1.915</c:v>
                </c:pt>
                <c:pt idx="1">
                  <c:v>3.1619999999999999</c:v>
                </c:pt>
                <c:pt idx="2">
                  <c:v>2.4169999999999998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105-4A1B-B826-475772F63E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7997920"/>
        <c:axId val="17999360"/>
      </c:barChart>
      <c:catAx>
        <c:axId val="17997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9360"/>
        <c:crosses val="autoZero"/>
        <c:auto val="1"/>
        <c:lblAlgn val="ctr"/>
        <c:lblOffset val="100"/>
        <c:noMultiLvlLbl val="0"/>
      </c:catAx>
      <c:valAx>
        <c:axId val="17999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7920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noProof="0" dirty="0"/>
              <a:t>T.</a:t>
            </a:r>
            <a:r>
              <a:rPr lang="en-US" baseline="0" noProof="0" dirty="0"/>
              <a:t> </a:t>
            </a:r>
            <a:r>
              <a:rPr lang="en-US" baseline="0" noProof="0" dirty="0" err="1"/>
              <a:t>Resposta</a:t>
            </a:r>
            <a:r>
              <a:rPr lang="en-US" baseline="0" noProof="0" dirty="0"/>
              <a:t> </a:t>
            </a:r>
            <a:r>
              <a:rPr lang="en-US" baseline="0" noProof="0" dirty="0" err="1"/>
              <a:t>por</a:t>
            </a:r>
            <a:r>
              <a:rPr lang="en-US" baseline="0" noProof="0" dirty="0"/>
              <a:t> </a:t>
            </a:r>
            <a:r>
              <a:rPr lang="en-US" baseline="0" noProof="0" dirty="0" err="1"/>
              <a:t>Quantidade</a:t>
            </a:r>
            <a:r>
              <a:rPr lang="en-US" baseline="0" noProof="0" dirty="0"/>
              <a:t> de Logs </a:t>
            </a:r>
            <a:r>
              <a:rPr lang="pt-PT" noProof="0" dirty="0"/>
              <a:t>- qwen3:4b (Depois)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gpt-oss:120b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6000"/>
                    <a:lumMod val="100000"/>
                  </a:schemeClr>
                </a:gs>
                <a:gs pos="78000">
                  <a:schemeClr val="accent1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13.484999999999999</c:v>
                </c:pt>
                <c:pt idx="1">
                  <c:v>27.219000000000001</c:v>
                </c:pt>
                <c:pt idx="2">
                  <c:v>17.266999999999999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A8-4040-8548-EA46B4E1BDF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deepseek-r1:8b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6000"/>
                    <a:lumMod val="100000"/>
                  </a:schemeClr>
                </a:gs>
                <a:gs pos="78000">
                  <a:schemeClr val="accent2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  <c:pt idx="0">
                  <c:v>27.853999999999999</c:v>
                </c:pt>
                <c:pt idx="1">
                  <c:v>25.949000000000002</c:v>
                </c:pt>
                <c:pt idx="2">
                  <c:v>26.263999999999999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A8-4040-8548-EA46B4E1BDF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gemma3:4b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96000"/>
                    <a:lumMod val="100000"/>
                  </a:schemeClr>
                </a:gs>
                <a:gs pos="78000">
                  <a:schemeClr val="accent3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Sheet1!$D$2:$D$4</c:f>
              <c:numCache>
                <c:formatCode>General</c:formatCode>
                <c:ptCount val="3"/>
                <c:pt idx="0">
                  <c:v>15.002000000000001</c:v>
                </c:pt>
                <c:pt idx="1">
                  <c:v>37.631999999999998</c:v>
                </c:pt>
                <c:pt idx="2">
                  <c:v>26.533000000000001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EA8-4040-8548-EA46B4E1BDF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qwen3:4b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96000"/>
                    <a:lumMod val="100000"/>
                  </a:schemeClr>
                </a:gs>
                <a:gs pos="78000">
                  <a:schemeClr val="accent4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50</c:v>
                </c:pt>
              </c:numCache>
            </c:numRef>
          </c:cat>
          <c:val>
            <c:numRef>
              <c:f>Sheet1!$E$2:$E$4</c:f>
              <c:numCache>
                <c:formatCode>General</c:formatCode>
                <c:ptCount val="3"/>
                <c:pt idx="0">
                  <c:v>35.088999999999999</c:v>
                </c:pt>
                <c:pt idx="1">
                  <c:v>31.39</c:v>
                </c:pt>
                <c:pt idx="2">
                  <c:v>9.2449999999999992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EA8-4040-8548-EA46B4E1BD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7997920"/>
        <c:axId val="17999360"/>
      </c:barChart>
      <c:catAx>
        <c:axId val="17997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9360"/>
        <c:crosses val="autoZero"/>
        <c:auto val="1"/>
        <c:lblAlgn val="ctr"/>
        <c:lblOffset val="100"/>
        <c:noMultiLvlLbl val="0"/>
      </c:catAx>
      <c:valAx>
        <c:axId val="17999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7920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4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5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6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7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8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9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0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2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3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4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Clique para editar o estilo de subtítulo do Modelo Global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473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2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685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662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852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809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700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23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620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921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6187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1773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 com 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482554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8053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0529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833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2025-11-09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595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6.xml"/><Relationship Id="rId4" Type="http://schemas.openxmlformats.org/officeDocument/2006/relationships/chart" Target="../charts/char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20.xml"/><Relationship Id="rId4" Type="http://schemas.openxmlformats.org/officeDocument/2006/relationships/chart" Target="../charts/char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24.xml"/><Relationship Id="rId4" Type="http://schemas.openxmlformats.org/officeDocument/2006/relationships/chart" Target="../charts/chart2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noProof="0" dirty="0"/>
              <a:t>Métricas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B82888D-CB65-49D5-E631-83F43DA84B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0060355"/>
              </p:ext>
            </p:extLst>
          </p:nvPr>
        </p:nvGraphicFramePr>
        <p:xfrm>
          <a:off x="6096000" y="1513993"/>
          <a:ext cx="5515264" cy="36768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784F5BA-1A3E-8CD8-8B0A-2113BEC790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82913794"/>
              </p:ext>
            </p:extLst>
          </p:nvPr>
        </p:nvGraphicFramePr>
        <p:xfrm>
          <a:off x="226291" y="1590578"/>
          <a:ext cx="5515264" cy="36768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9C78D10-B604-8486-32A0-89938D995A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2600723"/>
              </p:ext>
            </p:extLst>
          </p:nvPr>
        </p:nvGraphicFramePr>
        <p:xfrm>
          <a:off x="226291" y="1590578"/>
          <a:ext cx="5515264" cy="36768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18316B1-94F1-5CE3-054A-10EC147741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0725184"/>
              </p:ext>
            </p:extLst>
          </p:nvPr>
        </p:nvGraphicFramePr>
        <p:xfrm>
          <a:off x="6096000" y="1513993"/>
          <a:ext cx="5515264" cy="36768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45984CED-9953-9784-E1C7-7E112AB66D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9969705"/>
              </p:ext>
            </p:extLst>
          </p:nvPr>
        </p:nvGraphicFramePr>
        <p:xfrm>
          <a:off x="226291" y="1590578"/>
          <a:ext cx="5515264" cy="36768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B5200DA-2FAF-7E78-8764-70CE800FC5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0406292"/>
              </p:ext>
            </p:extLst>
          </p:nvPr>
        </p:nvGraphicFramePr>
        <p:xfrm>
          <a:off x="6096000" y="1513993"/>
          <a:ext cx="5515264" cy="36768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42491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18213E51-C755-9B1B-8106-44FFCC05E4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7334194"/>
              </p:ext>
            </p:extLst>
          </p:nvPr>
        </p:nvGraphicFramePr>
        <p:xfrm>
          <a:off x="226291" y="1590578"/>
          <a:ext cx="5515264" cy="36768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C1BD3E4-1719-F8A4-91CA-C6ABD492DF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9402786"/>
              </p:ext>
            </p:extLst>
          </p:nvPr>
        </p:nvGraphicFramePr>
        <p:xfrm>
          <a:off x="6096000" y="1513993"/>
          <a:ext cx="5515264" cy="36768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72700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437CAA7F-E5AD-D08F-5171-9F0F97951C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56625452"/>
              </p:ext>
            </p:extLst>
          </p:nvPr>
        </p:nvGraphicFramePr>
        <p:xfrm>
          <a:off x="604982" y="150090"/>
          <a:ext cx="4918364" cy="32789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23238CB-7135-95A8-28D5-372ED9997A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1360444"/>
              </p:ext>
            </p:extLst>
          </p:nvPr>
        </p:nvGraphicFramePr>
        <p:xfrm>
          <a:off x="604982" y="3429000"/>
          <a:ext cx="4918364" cy="32789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E5A6ADDE-02E0-F654-81E1-2D7756E0FF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728614"/>
              </p:ext>
            </p:extLst>
          </p:nvPr>
        </p:nvGraphicFramePr>
        <p:xfrm>
          <a:off x="6668654" y="150090"/>
          <a:ext cx="4918364" cy="32789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70E633B8-408A-3B45-927E-D33448F518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7133889"/>
              </p:ext>
            </p:extLst>
          </p:nvPr>
        </p:nvGraphicFramePr>
        <p:xfrm>
          <a:off x="6668654" y="3429000"/>
          <a:ext cx="4918364" cy="32789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775435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A723746-A6C7-A850-44F6-AC23EA433B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0887417"/>
              </p:ext>
            </p:extLst>
          </p:nvPr>
        </p:nvGraphicFramePr>
        <p:xfrm>
          <a:off x="604982" y="150090"/>
          <a:ext cx="4918364" cy="32789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E64F12B9-7DBE-F1F8-1980-2556FA3524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00350944"/>
              </p:ext>
            </p:extLst>
          </p:nvPr>
        </p:nvGraphicFramePr>
        <p:xfrm>
          <a:off x="604982" y="3429000"/>
          <a:ext cx="4918364" cy="32789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144212A-E56C-72F3-E22C-BA485C3806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0563546"/>
              </p:ext>
            </p:extLst>
          </p:nvPr>
        </p:nvGraphicFramePr>
        <p:xfrm>
          <a:off x="6668654" y="150090"/>
          <a:ext cx="4918364" cy="32789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6085D67-A179-271F-896C-E305DA64D8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3283194"/>
              </p:ext>
            </p:extLst>
          </p:nvPr>
        </p:nvGraphicFramePr>
        <p:xfrm>
          <a:off x="6668654" y="3429000"/>
          <a:ext cx="4918364" cy="32789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813038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7C4CA31-8D6C-EEC9-FF8E-A864971B8B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4158216"/>
              </p:ext>
            </p:extLst>
          </p:nvPr>
        </p:nvGraphicFramePr>
        <p:xfrm>
          <a:off x="604982" y="150090"/>
          <a:ext cx="4918364" cy="32789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1101694-D930-0541-90D6-796D9CFC98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1704426"/>
              </p:ext>
            </p:extLst>
          </p:nvPr>
        </p:nvGraphicFramePr>
        <p:xfrm>
          <a:off x="604982" y="3429000"/>
          <a:ext cx="4918364" cy="32789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A08E4A76-3143-6853-3FB5-1E7B1A5272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0677601"/>
              </p:ext>
            </p:extLst>
          </p:nvPr>
        </p:nvGraphicFramePr>
        <p:xfrm>
          <a:off x="6668654" y="150090"/>
          <a:ext cx="4918364" cy="32789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CB7ED540-1028-E3F9-AD73-DD893C7E2F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4678726"/>
              </p:ext>
            </p:extLst>
          </p:nvPr>
        </p:nvGraphicFramePr>
        <p:xfrm>
          <a:off x="6668654" y="3429000"/>
          <a:ext cx="4918364" cy="32789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881569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591DCE1-FDBC-B035-AD2A-BC860B0A6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8282566"/>
              </p:ext>
            </p:extLst>
          </p:nvPr>
        </p:nvGraphicFramePr>
        <p:xfrm>
          <a:off x="604982" y="150090"/>
          <a:ext cx="4918364" cy="32789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30F73BE-6062-BECB-9D8A-98BCC08F0A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466376"/>
              </p:ext>
            </p:extLst>
          </p:nvPr>
        </p:nvGraphicFramePr>
        <p:xfrm>
          <a:off x="604982" y="3429000"/>
          <a:ext cx="4918364" cy="32789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C0B3D3F9-CDEA-889B-81C8-48566CE797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2442733"/>
              </p:ext>
            </p:extLst>
          </p:nvPr>
        </p:nvGraphicFramePr>
        <p:xfrm>
          <a:off x="6668654" y="150090"/>
          <a:ext cx="4918364" cy="32789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7BA64F22-F5BF-BA30-DF84-B3C70C16D0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3106123"/>
              </p:ext>
            </p:extLst>
          </p:nvPr>
        </p:nvGraphicFramePr>
        <p:xfrm>
          <a:off x="6668654" y="3429000"/>
          <a:ext cx="4918364" cy="32789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4203274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49A6F4-A16F-6EA4-6D48-B85170CCD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noProof="0" dirty="0"/>
              <a:t>Análise de resultados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0CA7DF7-C359-F783-4454-C90206403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PT" b="1" noProof="0" dirty="0"/>
              <a:t>Precisão:</a:t>
            </a:r>
          </a:p>
          <a:p>
            <a:pPr lvl="1"/>
            <a:r>
              <a:rPr lang="pt-BR" dirty="0"/>
              <a:t>O </a:t>
            </a:r>
            <a:r>
              <a:rPr lang="pt-BR" b="1" dirty="0"/>
              <a:t>Gemma3:4B</a:t>
            </a:r>
            <a:r>
              <a:rPr lang="pt-BR" dirty="0"/>
              <a:t> obteve a </a:t>
            </a:r>
            <a:r>
              <a:rPr lang="pt-BR" b="1" dirty="0"/>
              <a:t>melhor precisão média (≈ 19,3 %)</a:t>
            </a:r>
            <a:r>
              <a:rPr lang="pt-BR" dirty="0"/>
              <a:t>, seguida do </a:t>
            </a:r>
            <a:r>
              <a:rPr lang="pt-BR" b="1" dirty="0"/>
              <a:t>GPT-OSS:120B (≈ 19 %)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Os modelos </a:t>
            </a:r>
            <a:r>
              <a:rPr lang="pt-BR" b="1" dirty="0"/>
              <a:t>DeepSeek-R1:8B</a:t>
            </a:r>
            <a:r>
              <a:rPr lang="pt-BR" dirty="0"/>
              <a:t> e </a:t>
            </a:r>
            <a:r>
              <a:rPr lang="pt-BR" b="1" dirty="0"/>
              <a:t>Qwen3:4B</a:t>
            </a:r>
            <a:r>
              <a:rPr lang="pt-BR" dirty="0"/>
              <a:t> registaram </a:t>
            </a:r>
            <a:r>
              <a:rPr lang="pt-BR" b="1" dirty="0"/>
              <a:t>precisão moderada (≈ 12 %)</a:t>
            </a:r>
            <a:r>
              <a:rPr lang="pt-BR" dirty="0"/>
              <a:t>, revelando comportamento menos consistente nos testes.</a:t>
            </a:r>
            <a:endParaRPr lang="pt-PT" noProof="0" dirty="0"/>
          </a:p>
          <a:p>
            <a:r>
              <a:rPr lang="pt-PT" b="1" noProof="0" dirty="0"/>
              <a:t>Velocidade e Tempo de Resposta:</a:t>
            </a:r>
          </a:p>
          <a:p>
            <a:pPr lvl="1"/>
            <a:r>
              <a:rPr lang="pt-BR" dirty="0"/>
              <a:t>Os modelos </a:t>
            </a:r>
            <a:r>
              <a:rPr lang="pt-BR" b="1" dirty="0"/>
              <a:t>Gemma3:4B</a:t>
            </a:r>
            <a:r>
              <a:rPr lang="pt-BR" dirty="0"/>
              <a:t> e </a:t>
            </a:r>
            <a:r>
              <a:rPr lang="pt-BR" b="1" dirty="0"/>
              <a:t>GPT-OSS:120B</a:t>
            </a:r>
            <a:r>
              <a:rPr lang="pt-BR" dirty="0"/>
              <a:t> apresentaram tempos de execução equilibrados e estáveis, enquanto que o </a:t>
            </a:r>
            <a:r>
              <a:rPr lang="pt-BR" b="1" dirty="0"/>
              <a:t>DeepSeek-R1:8B</a:t>
            </a:r>
            <a:r>
              <a:rPr lang="pt-BR" dirty="0"/>
              <a:t> e </a:t>
            </a:r>
            <a:r>
              <a:rPr lang="pt-BR" b="1" dirty="0"/>
              <a:t>Qwen3:4B</a:t>
            </a:r>
            <a:r>
              <a:rPr lang="pt-BR" dirty="0"/>
              <a:t> geraram volumes de tokens significativamente superiores, aumentando o tempo médio de resposta.</a:t>
            </a:r>
            <a:r>
              <a:rPr lang="pt-PT" noProof="0" dirty="0"/>
              <a:t> </a:t>
            </a:r>
          </a:p>
          <a:p>
            <a:r>
              <a:rPr lang="pt-PT" b="1" noProof="0" dirty="0"/>
              <a:t>Impacto da Quantidade de </a:t>
            </a:r>
            <a:r>
              <a:rPr lang="pt-PT" b="1" noProof="0" dirty="0" err="1"/>
              <a:t>Logs</a:t>
            </a:r>
            <a:r>
              <a:rPr lang="pt-PT" b="1" noProof="0" dirty="0"/>
              <a:t>:</a:t>
            </a:r>
            <a:endParaRPr lang="pt-PT" noProof="0" dirty="0"/>
          </a:p>
          <a:p>
            <a:pPr lvl="1"/>
            <a:r>
              <a:rPr lang="pt-BR" dirty="0"/>
              <a:t>Todos os modelos mantiveram desempenho relativamente estável nas diversas quantidades, embora os modelos maiores mostrem ligeira degradação de precisão à medida que o volume de logs aumenta.</a:t>
            </a:r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2775987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A41D4-BD84-B1EB-4A21-A5118DE52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97D304-8498-1A32-2EB1-F02D578BA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noProof="0" dirty="0"/>
              <a:t>Análise de resultados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A1C3A1A7-EB25-A46F-D604-DE38A3BADB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481003"/>
              </p:ext>
            </p:extLst>
          </p:nvPr>
        </p:nvGraphicFramePr>
        <p:xfrm>
          <a:off x="677334" y="2253572"/>
          <a:ext cx="8697046" cy="1828800"/>
        </p:xfrm>
        <a:graphic>
          <a:graphicData uri="http://schemas.openxmlformats.org/drawingml/2006/table">
            <a:tbl>
              <a:tblPr firstRow="1" lastRow="1"/>
              <a:tblGrid>
                <a:gridCol w="4348523">
                  <a:extLst>
                    <a:ext uri="{9D8B030D-6E8A-4147-A177-3AD203B41FA5}">
                      <a16:colId xmlns:a16="http://schemas.microsoft.com/office/drawing/2014/main" val="822865040"/>
                    </a:ext>
                  </a:extLst>
                </a:gridCol>
                <a:gridCol w="4348523">
                  <a:extLst>
                    <a:ext uri="{9D8B030D-6E8A-4147-A177-3AD203B41FA5}">
                      <a16:colId xmlns:a16="http://schemas.microsoft.com/office/drawing/2014/main" val="7885244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noProof="0" dirty="0"/>
                        <a:t>Modelo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noProof="0" dirty="0"/>
                        <a:t>Observação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7873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noProof="0" dirty="0"/>
                        <a:t>GPT-OSS:120B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precisão alta, mas menos eficiente</a:t>
                      </a:r>
                      <a:endParaRPr lang="pt-PT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859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noProof="0" dirty="0"/>
                        <a:t>Gemma3:4B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desempenho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inconsistente</a:t>
                      </a:r>
                      <a:endParaRPr lang="pt-PT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15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noProof="0" dirty="0"/>
                        <a:t>Qwen3:4B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desempenho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inconsistente</a:t>
                      </a:r>
                      <a:endParaRPr lang="pt-PT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7929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noProof="0" dirty="0"/>
                        <a:t>Gemma3:4B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melhor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relação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precisão</a:t>
                      </a:r>
                      <a:r>
                        <a:rPr lang="en-US" dirty="0"/>
                        <a:t>/</a:t>
                      </a:r>
                      <a:r>
                        <a:rPr lang="en-US" dirty="0" err="1"/>
                        <a:t>velocidade</a:t>
                      </a:r>
                      <a:endParaRPr lang="pt-PT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776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402213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d73cc0d-225c-4cd1-9155-48906582868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E9766BA3B993949BCE30BFE8D21E382" ma:contentTypeVersion="6" ma:contentTypeDescription="Criar um novo documento." ma:contentTypeScope="" ma:versionID="98e7defb4485da00722ee042d18ec4cd">
  <xsd:schema xmlns:xsd="http://www.w3.org/2001/XMLSchema" xmlns:xs="http://www.w3.org/2001/XMLSchema" xmlns:p="http://schemas.microsoft.com/office/2006/metadata/properties" xmlns:ns3="ed73cc0d-225c-4cd1-9155-489065828688" targetNamespace="http://schemas.microsoft.com/office/2006/metadata/properties" ma:root="true" ma:fieldsID="8083eb3c91718fffef269c5dfeb55fdc" ns3:_="">
    <xsd:import namespace="ed73cc0d-225c-4cd1-9155-48906582868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73cc0d-225c-4cd1-9155-4890658286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321189C-7AAE-4008-AE16-E100DF0891FA}">
  <ds:schemaRefs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ed73cc0d-225c-4cd1-9155-489065828688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81D6223F-590C-472C-B53D-D79A82E0BC6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CCFC0B6-C6A6-4889-9D8D-B5B0DEDD95CA}">
  <ds:schemaRefs>
    <ds:schemaRef ds:uri="ed73cc0d-225c-4cd1-9155-48906582868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50</TotalTime>
  <Words>431</Words>
  <Application>Microsoft Office PowerPoint</Application>
  <PresentationFormat>Widescreen</PresentationFormat>
  <Paragraphs>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Faceta</vt:lpstr>
      <vt:lpstr>Métricas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Análise de resultados</vt:lpstr>
      <vt:lpstr>Análise de resultados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Rodrigo Correia</dc:creator>
  <cp:keywords/>
  <dc:description>generated using python-pptx</dc:description>
  <cp:lastModifiedBy>Rodrigo Tiago da Costa Correia</cp:lastModifiedBy>
  <cp:revision>4</cp:revision>
  <dcterms:created xsi:type="dcterms:W3CDTF">2013-01-27T09:14:16Z</dcterms:created>
  <dcterms:modified xsi:type="dcterms:W3CDTF">2025-11-09T18:17:21Z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0x0101002E9766BA3B993949BCE30BFE8D21E382</vt:lpwstr>
  </property>
</Properties>
</file>