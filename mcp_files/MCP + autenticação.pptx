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5" r:id="rId10"/>
    <p:sldId id="264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1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4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6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6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2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5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88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19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6425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92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8272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99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1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8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73EDF-A6AE-4BBB-8CDA-50E48C661C62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4DC6C0-F95C-4C1A-94EE-6674DF7A56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02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2D71-C684-DAB5-15DA-AA1C059523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MCP + </a:t>
            </a:r>
            <a:r>
              <a:rPr lang="en-US" dirty="0" err="1"/>
              <a:t>autenticação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471D0-74E2-C0C6-3DD7-85912987B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2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9907-4308-63E0-CDC5-4B2453AD2C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necessário</a:t>
            </a:r>
            <a:r>
              <a:rPr lang="en-US" dirty="0"/>
              <a:t> a </a:t>
            </a:r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fornecer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66D39-F1D2-981F-ECF5-7996A8BE5C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4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8B8A-1415-F89E-673F-36214F8AE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necessário</a:t>
            </a:r>
            <a:r>
              <a:rPr lang="en-US" dirty="0"/>
              <a:t> a </a:t>
            </a:r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fornecer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811D2C-E63B-9013-B71E-A89502AD84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368" y="2346566"/>
            <a:ext cx="6134956" cy="1419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F8F426-F053-19CB-408A-9F224905E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857" y="4241383"/>
            <a:ext cx="544906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85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66EB-9D28-0CF2-67CF-B35561E81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é </a:t>
            </a:r>
            <a:r>
              <a:rPr lang="en-US" dirty="0" err="1"/>
              <a:t>necessário</a:t>
            </a:r>
            <a:r>
              <a:rPr lang="en-US" dirty="0"/>
              <a:t> a </a:t>
            </a:r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fornecer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2FD71-DB48-2C1F-380A-51A1508E1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server_url</a:t>
            </a:r>
            <a:r>
              <a:rPr lang="en-US" b="1" dirty="0"/>
              <a:t>: </a:t>
            </a:r>
            <a:r>
              <a:rPr lang="en-US" dirty="0" err="1"/>
              <a:t>Url</a:t>
            </a:r>
            <a:r>
              <a:rPr lang="en-US" dirty="0"/>
              <a:t> do </a:t>
            </a:r>
            <a:r>
              <a:rPr lang="en-US" b="1" dirty="0" err="1"/>
              <a:t>servidor</a:t>
            </a:r>
            <a:r>
              <a:rPr lang="en-US" b="1" dirty="0"/>
              <a:t> MCP</a:t>
            </a:r>
          </a:p>
          <a:p>
            <a:r>
              <a:rPr lang="en-US" b="1" dirty="0"/>
              <a:t>storage: </a:t>
            </a:r>
            <a:r>
              <a:rPr lang="en-US" dirty="0"/>
              <a:t>Onde </a:t>
            </a:r>
            <a:r>
              <a:rPr lang="en-US" dirty="0" err="1"/>
              <a:t>guardar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b="1" dirty="0"/>
              <a:t>tokens</a:t>
            </a:r>
          </a:p>
          <a:p>
            <a:r>
              <a:rPr lang="en-US" b="1" dirty="0" err="1"/>
              <a:t>redirect_handler</a:t>
            </a:r>
            <a:r>
              <a:rPr lang="en-US" b="1" dirty="0"/>
              <a:t>: </a:t>
            </a:r>
            <a:r>
              <a:rPr lang="en-US" dirty="0" err="1"/>
              <a:t>Função</a:t>
            </a:r>
            <a:r>
              <a:rPr lang="en-US" dirty="0"/>
              <a:t> a ser </a:t>
            </a:r>
            <a:r>
              <a:rPr lang="en-US" dirty="0" err="1"/>
              <a:t>chamada</a:t>
            </a:r>
            <a:r>
              <a:rPr lang="en-US" dirty="0"/>
              <a:t> </a:t>
            </a:r>
            <a:r>
              <a:rPr lang="en-US" dirty="0" err="1"/>
              <a:t>quando</a:t>
            </a:r>
            <a:r>
              <a:rPr lang="en-US" dirty="0"/>
              <a:t> o AS </a:t>
            </a:r>
            <a:r>
              <a:rPr lang="en-US" dirty="0" err="1"/>
              <a:t>requisita</a:t>
            </a:r>
            <a:r>
              <a:rPr lang="en-US" dirty="0"/>
              <a:t> as </a:t>
            </a:r>
            <a:r>
              <a:rPr lang="en-US" dirty="0" err="1"/>
              <a:t>credenciais</a:t>
            </a:r>
            <a:r>
              <a:rPr lang="en-US" dirty="0"/>
              <a:t> (username + password).</a:t>
            </a:r>
          </a:p>
          <a:p>
            <a:r>
              <a:rPr lang="en-US" b="1" dirty="0" err="1"/>
              <a:t>callback_handler</a:t>
            </a:r>
            <a:r>
              <a:rPr lang="en-US" b="1" dirty="0"/>
              <a:t>: </a:t>
            </a:r>
            <a:r>
              <a:rPr lang="en-US" dirty="0" err="1"/>
              <a:t>Função</a:t>
            </a:r>
            <a:r>
              <a:rPr lang="en-US" dirty="0"/>
              <a:t> </a:t>
            </a:r>
            <a:r>
              <a:rPr lang="en-US" dirty="0" err="1"/>
              <a:t>chamada</a:t>
            </a:r>
            <a:r>
              <a:rPr lang="en-US" dirty="0"/>
              <a:t> para</a:t>
            </a:r>
          </a:p>
          <a:p>
            <a:pPr marL="0" indent="0">
              <a:buNone/>
            </a:pPr>
            <a:r>
              <a:rPr lang="en-US" dirty="0" err="1"/>
              <a:t>fornecer</a:t>
            </a:r>
            <a:r>
              <a:rPr lang="en-US" dirty="0"/>
              <a:t> o </a:t>
            </a:r>
            <a:r>
              <a:rPr lang="en-US" dirty="0" err="1"/>
              <a:t>auth_code</a:t>
            </a:r>
            <a:r>
              <a:rPr lang="en-US" dirty="0"/>
              <a:t> </a:t>
            </a:r>
            <a:r>
              <a:rPr lang="en-US" dirty="0" err="1"/>
              <a:t>enviado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AS </a:t>
            </a:r>
            <a:r>
              <a:rPr lang="en-US" dirty="0" err="1"/>
              <a:t>após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credênciais</a:t>
            </a:r>
            <a:r>
              <a:rPr lang="en-US" dirty="0"/>
              <a:t> </a:t>
            </a:r>
            <a:r>
              <a:rPr lang="en-US" dirty="0" err="1"/>
              <a:t>serem</a:t>
            </a:r>
            <a:r>
              <a:rPr lang="en-US" dirty="0"/>
              <a:t> </a:t>
            </a:r>
            <a:r>
              <a:rPr lang="en-US" dirty="0" err="1"/>
              <a:t>aceites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AS.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455EC06-2FCB-80DB-E73A-FE939B58C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718" y="3801741"/>
            <a:ext cx="6134956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61547-2555-4DE2-A37F-A53E54917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C2447E0-8F0D-479C-94E4-82BC8EB68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F943397-DCDD-44CB-BBA9-9510B769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E2630ADC-31DB-4C48-AC4A-DAAE5A7B8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2CA5C44E-F54E-47E0-8989-4D8686B33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F54E15E-830B-4375-A239-4C51954DE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CB37E322-FF7E-4872-BD6B-50A48CBEA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710D0C1E-D2F8-45B2-AE14-1AC8E976F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216331B-17D0-4167-ABD2-B2198058C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A53A7A96-3806-4BB3-91DE-6EED48AC78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F8C2B86C-EE71-466E-8991-503F9C9C1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020E82-F18B-CA90-597D-0C1893EF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09" y="835015"/>
            <a:ext cx="3179593" cy="321582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000"/>
              <a:t>redirect_handler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4B9216-58B5-FCF3-7AFA-6B9D8A462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872" y="878909"/>
            <a:ext cx="4977562" cy="2899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C9724B-EF6D-171E-85E1-7F20165553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396"/>
          <a:stretch>
            <a:fillRect/>
          </a:stretch>
        </p:blipFill>
        <p:spPr>
          <a:xfrm>
            <a:off x="888604" y="4150137"/>
            <a:ext cx="4977562" cy="151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9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A48F-2C5A-B4C8-F502-D416D791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callback_handler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2E75AE-9696-B47B-255A-9FEF9E687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085" y="2304285"/>
            <a:ext cx="5582429" cy="1343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0E02B1-DD05-6C59-C068-379ADBD69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975" y="1743329"/>
            <a:ext cx="6152940" cy="29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1CF7F-7A5C-AB6A-B530-557A2C78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Quando é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redirect_handler</a:t>
            </a:r>
            <a:r>
              <a:rPr lang="en-US" dirty="0"/>
              <a:t> e </a:t>
            </a:r>
            <a:r>
              <a:rPr lang="en-US" dirty="0" err="1"/>
              <a:t>callback_handler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chamados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30F267-371F-8C46-F115-1F96D5043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220" y="2987602"/>
            <a:ext cx="8098520" cy="19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31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182B-EBFE-A527-75AE-941C4996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 que é necessário a aplicação fornecer? – client metadata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40240-E473-40E7-3072-25B72A842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Aqui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definidos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redirect_uris</a:t>
            </a:r>
            <a:r>
              <a:rPr lang="en-US" b="1" dirty="0"/>
              <a:t>: </a:t>
            </a:r>
            <a:r>
              <a:rPr lang="en-US" dirty="0"/>
              <a:t>Para </a:t>
            </a:r>
            <a:r>
              <a:rPr lang="en-US" dirty="0" err="1"/>
              <a:t>onde</a:t>
            </a:r>
            <a:r>
              <a:rPr lang="en-US" dirty="0"/>
              <a:t> é </a:t>
            </a:r>
            <a:r>
              <a:rPr lang="en-US" dirty="0" err="1"/>
              <a:t>que</a:t>
            </a:r>
            <a:r>
              <a:rPr lang="en-US" dirty="0"/>
              <a:t> o AS </a:t>
            </a:r>
            <a:r>
              <a:rPr lang="en-US" dirty="0" err="1"/>
              <a:t>envia</a:t>
            </a:r>
            <a:r>
              <a:rPr lang="en-US" dirty="0"/>
              <a:t> o </a:t>
            </a:r>
            <a:r>
              <a:rPr lang="en-US" dirty="0" err="1"/>
              <a:t>auth_code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scope: </a:t>
            </a:r>
            <a:r>
              <a:rPr lang="en-US" dirty="0" err="1"/>
              <a:t>Os</a:t>
            </a:r>
            <a:r>
              <a:rPr lang="en-US" dirty="0"/>
              <a:t> scopes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quer</a:t>
            </a:r>
            <a:r>
              <a:rPr lang="en-US" dirty="0"/>
              <a:t> ter </a:t>
            </a:r>
            <a:r>
              <a:rPr lang="en-US" dirty="0" err="1"/>
              <a:t>acesso</a:t>
            </a:r>
            <a:r>
              <a:rPr lang="en-US" dirty="0"/>
              <a:t>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DFA525-C80B-79E9-EC96-67EECD31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612" y="1350306"/>
            <a:ext cx="5468113" cy="168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EB488D-162B-A916-1CE8-48C2BAD1A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699" y="4243234"/>
            <a:ext cx="749617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5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5B024-5854-107D-ECA1-E2F02DB94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“scopes”?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25344-252D-AFAA-E891-760C0B2541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1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D204-8C3A-8E47-689F-D934ECB3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“scopes”?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2BD6-2C11-B44C-7DB9-F0EA41B1D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 no </a:t>
            </a:r>
            <a:r>
              <a:rPr lang="en-US" b="1" dirty="0"/>
              <a:t>token</a:t>
            </a:r>
            <a:r>
              <a:rPr lang="en-US" dirty="0"/>
              <a:t> </a:t>
            </a:r>
            <a:r>
              <a:rPr lang="en-US" dirty="0" err="1"/>
              <a:t>obtido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indica quais as </a:t>
            </a:r>
            <a:r>
              <a:rPr lang="en-US" b="1" dirty="0" err="1"/>
              <a:t>permissões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possessor </a:t>
            </a:r>
            <a:r>
              <a:rPr lang="en-US" dirty="0" err="1"/>
              <a:t>deste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.</a:t>
            </a:r>
          </a:p>
          <a:p>
            <a:r>
              <a:rPr lang="en-US" dirty="0" err="1"/>
              <a:t>Atualmente</a:t>
            </a:r>
            <a:r>
              <a:rPr lang="en-US" dirty="0"/>
              <a:t>, no </a:t>
            </a:r>
            <a:r>
              <a:rPr lang="en-US" dirty="0" err="1"/>
              <a:t>projeto</a:t>
            </a:r>
            <a:r>
              <a:rPr lang="en-US" dirty="0"/>
              <a:t>, </a:t>
            </a:r>
            <a:r>
              <a:rPr lang="en-US" b="1" dirty="0"/>
              <a:t>scope</a:t>
            </a:r>
            <a:r>
              <a:rPr lang="en-US" dirty="0"/>
              <a:t> e </a:t>
            </a:r>
            <a:r>
              <a:rPr lang="en-US" b="1" dirty="0"/>
              <a:t>role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essencialmente</a:t>
            </a:r>
            <a:r>
              <a:rPr lang="en-US" dirty="0"/>
              <a:t> o </a:t>
            </a:r>
            <a:r>
              <a:rPr lang="en-US" dirty="0" err="1"/>
              <a:t>mesmo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Um admin </a:t>
            </a:r>
            <a:r>
              <a:rPr lang="en-US" dirty="0" err="1"/>
              <a:t>tem</a:t>
            </a:r>
            <a:r>
              <a:rPr lang="en-US" dirty="0"/>
              <a:t> scopes “user admin”, </a:t>
            </a:r>
            <a:r>
              <a:rPr lang="en-US" dirty="0" err="1"/>
              <a:t>isto</a:t>
            </a:r>
            <a:r>
              <a:rPr lang="en-US" dirty="0"/>
              <a:t> é, um </a:t>
            </a:r>
            <a:r>
              <a:rPr lang="en-US" b="1" dirty="0"/>
              <a:t>admin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permissões</a:t>
            </a:r>
            <a:r>
              <a:rPr lang="en-US" dirty="0"/>
              <a:t> de </a:t>
            </a:r>
            <a:r>
              <a:rPr lang="en-US" dirty="0" err="1"/>
              <a:t>fazer</a:t>
            </a:r>
            <a:r>
              <a:rPr lang="en-US" dirty="0"/>
              <a:t> o </a:t>
            </a:r>
            <a:r>
              <a:rPr lang="en-US" dirty="0" err="1"/>
              <a:t>que</a:t>
            </a:r>
            <a:r>
              <a:rPr lang="en-US" dirty="0"/>
              <a:t> um </a:t>
            </a:r>
            <a:r>
              <a:rPr lang="en-US" b="1" dirty="0"/>
              <a:t>user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 e do </a:t>
            </a:r>
            <a:r>
              <a:rPr lang="en-US" dirty="0" err="1"/>
              <a:t>que</a:t>
            </a:r>
            <a:r>
              <a:rPr lang="en-US" dirty="0"/>
              <a:t> um </a:t>
            </a:r>
            <a:r>
              <a:rPr lang="en-US" b="1" dirty="0"/>
              <a:t>admin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</a:t>
            </a:r>
            <a:r>
              <a:rPr lang="en-US" dirty="0" err="1"/>
              <a:t>fazer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No </a:t>
            </a:r>
            <a:r>
              <a:rPr lang="en-US" dirty="0" err="1"/>
              <a:t>entanto</a:t>
            </a:r>
            <a:r>
              <a:rPr lang="en-US" dirty="0"/>
              <a:t>, esses scopes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b="1" dirty="0" err="1"/>
              <a:t>específicos</a:t>
            </a:r>
            <a:r>
              <a:rPr lang="en-US" dirty="0"/>
              <a:t>.</a:t>
            </a:r>
          </a:p>
          <a:p>
            <a:r>
              <a:rPr lang="en-US" dirty="0" err="1"/>
              <a:t>Exemplos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 um </a:t>
            </a:r>
            <a:r>
              <a:rPr lang="en-US" b="1" dirty="0"/>
              <a:t>user</a:t>
            </a:r>
            <a:r>
              <a:rPr lang="en-US" dirty="0"/>
              <a:t>: “</a:t>
            </a:r>
            <a:r>
              <a:rPr lang="en-US" dirty="0" err="1"/>
              <a:t>log:read</a:t>
            </a:r>
            <a:r>
              <a:rPr lang="en-US" dirty="0"/>
              <a:t> </a:t>
            </a:r>
            <a:r>
              <a:rPr lang="en-US" dirty="0" err="1"/>
              <a:t>policy:read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De um </a:t>
            </a:r>
            <a:r>
              <a:rPr lang="en-US" b="1" dirty="0"/>
              <a:t>admin</a:t>
            </a:r>
            <a:r>
              <a:rPr lang="en-US" dirty="0"/>
              <a:t>: “</a:t>
            </a:r>
            <a:r>
              <a:rPr lang="en-US" dirty="0" err="1"/>
              <a:t>log:read</a:t>
            </a:r>
            <a:r>
              <a:rPr lang="en-US" dirty="0"/>
              <a:t> </a:t>
            </a:r>
            <a:r>
              <a:rPr lang="en-US" dirty="0" err="1"/>
              <a:t>log:write</a:t>
            </a:r>
            <a:r>
              <a:rPr lang="en-US" dirty="0"/>
              <a:t> </a:t>
            </a:r>
            <a:r>
              <a:rPr lang="en-US" dirty="0" err="1"/>
              <a:t>policy:read</a:t>
            </a:r>
            <a:r>
              <a:rPr lang="en-US" dirty="0"/>
              <a:t> </a:t>
            </a:r>
            <a:r>
              <a:rPr lang="en-US" dirty="0" err="1"/>
              <a:t>policy:write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211674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2CE6E-A58D-91F5-AA14-A0370E83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F77B5C-1441-E5BD-B595-E32255385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5D48F-BB4C-D54C-6A22-26C23E18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7A29D56-ABAB-125B-D2C0-09185268C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AA79E-0D71-D08F-DB74-F0BAC83B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4DD9-DBBA-4091-D222-DC4DA80E9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4203045" cy="344011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O user1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aceder</a:t>
            </a:r>
            <a:r>
              <a:rPr lang="en-US" dirty="0">
                <a:solidFill>
                  <a:schemeClr val="bg1"/>
                </a:solidFill>
              </a:rPr>
              <a:t> à tool1 (</a:t>
            </a:r>
            <a:r>
              <a:rPr lang="en-US" dirty="0" err="1">
                <a:solidFill>
                  <a:schemeClr val="bg1"/>
                </a:solidFill>
              </a:rPr>
              <a:t>requer</a:t>
            </a:r>
            <a:r>
              <a:rPr lang="en-US" dirty="0">
                <a:solidFill>
                  <a:schemeClr val="bg1"/>
                </a:solidFill>
              </a:rPr>
              <a:t> scope admin)</a:t>
            </a:r>
          </a:p>
          <a:p>
            <a:r>
              <a:rPr lang="en-US" dirty="0">
                <a:solidFill>
                  <a:schemeClr val="bg1"/>
                </a:solidFill>
              </a:rPr>
              <a:t>2. A </a:t>
            </a:r>
            <a:r>
              <a:rPr lang="en-US" dirty="0" err="1">
                <a:solidFill>
                  <a:schemeClr val="bg1"/>
                </a:solidFill>
              </a:rPr>
              <a:t>aplicação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FocusPA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en-US" u="sng" dirty="0" err="1">
                <a:solidFill>
                  <a:schemeClr val="bg1"/>
                </a:solidFill>
              </a:rPr>
              <a:t>verificaria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 o </a:t>
            </a:r>
            <a:r>
              <a:rPr lang="en-US" b="1" dirty="0">
                <a:solidFill>
                  <a:schemeClr val="bg1"/>
                </a:solidFill>
              </a:rPr>
              <a:t>user1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</a:t>
            </a:r>
            <a:r>
              <a:rPr lang="en-US" dirty="0">
                <a:solidFill>
                  <a:schemeClr val="bg1"/>
                </a:solidFill>
              </a:rPr>
              <a:t> a role de </a:t>
            </a:r>
            <a:r>
              <a:rPr lang="en-US" b="1" dirty="0">
                <a:solidFill>
                  <a:schemeClr val="bg1"/>
                </a:solidFill>
              </a:rPr>
              <a:t>admin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u="sng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3. Se o </a:t>
            </a:r>
            <a:r>
              <a:rPr lang="en-US" dirty="0" err="1">
                <a:solidFill>
                  <a:schemeClr val="bg1"/>
                </a:solidFill>
              </a:rPr>
              <a:t>tiver</a:t>
            </a:r>
            <a:r>
              <a:rPr lang="en-US" dirty="0">
                <a:solidFill>
                  <a:schemeClr val="bg1"/>
                </a:solidFill>
              </a:rPr>
              <a:t>, o </a:t>
            </a:r>
            <a:r>
              <a:rPr lang="en-US" dirty="0" err="1">
                <a:solidFill>
                  <a:schemeClr val="bg1"/>
                </a:solidFill>
              </a:rPr>
              <a:t>FocusPA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vai</a:t>
            </a:r>
            <a:r>
              <a:rPr lang="en-US" dirty="0">
                <a:solidFill>
                  <a:schemeClr val="bg1"/>
                </a:solidFill>
              </a:rPr>
              <a:t>-se </a:t>
            </a:r>
            <a:r>
              <a:rPr lang="en-US" dirty="0" err="1">
                <a:solidFill>
                  <a:schemeClr val="bg1"/>
                </a:solidFill>
              </a:rPr>
              <a:t>autenticar</a:t>
            </a:r>
            <a:r>
              <a:rPr lang="en-US" dirty="0">
                <a:solidFill>
                  <a:schemeClr val="bg1"/>
                </a:solidFill>
              </a:rPr>
              <a:t> (</a:t>
            </a:r>
            <a:r>
              <a:rPr lang="en-US" dirty="0" err="1">
                <a:solidFill>
                  <a:schemeClr val="bg1"/>
                </a:solidFill>
              </a:rPr>
              <a:t>fornecer</a:t>
            </a:r>
            <a:r>
              <a:rPr lang="en-US" dirty="0">
                <a:solidFill>
                  <a:schemeClr val="bg1"/>
                </a:solidFill>
              </a:rPr>
              <a:t> username e password de admin) </a:t>
            </a:r>
            <a:r>
              <a:rPr lang="en-US" dirty="0" err="1">
                <a:solidFill>
                  <a:schemeClr val="bg1"/>
                </a:solidFill>
              </a:rPr>
              <a:t>perante</a:t>
            </a:r>
            <a:r>
              <a:rPr lang="en-US" dirty="0">
                <a:solidFill>
                  <a:schemeClr val="bg1"/>
                </a:solidFill>
              </a:rPr>
              <a:t> o AS (</a:t>
            </a:r>
            <a:r>
              <a:rPr lang="en-US" dirty="0" err="1">
                <a:solidFill>
                  <a:schemeClr val="bg1"/>
                </a:solidFill>
              </a:rPr>
              <a:t>caso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ainda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não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tenha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feito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não</a:t>
            </a:r>
            <a:r>
              <a:rPr lang="en-US" dirty="0">
                <a:solidFill>
                  <a:schemeClr val="bg1"/>
                </a:solidFill>
              </a:rPr>
              <a:t> tendo </a:t>
            </a:r>
            <a:r>
              <a:rPr lang="en-US" dirty="0" err="1">
                <a:solidFill>
                  <a:schemeClr val="bg1"/>
                </a:solidFill>
              </a:rPr>
              <a:t>ainda</a:t>
            </a:r>
            <a:r>
              <a:rPr lang="en-US" dirty="0">
                <a:solidFill>
                  <a:schemeClr val="bg1"/>
                </a:solidFill>
              </a:rPr>
              <a:t> token)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40E05-419B-91FD-B54A-F72AB633D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75" y="972608"/>
            <a:ext cx="4987552" cy="4900269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9264736-3264-D43C-F633-8C77AFB9C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66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12501-313D-2E07-62C9-64A65976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C21C-B78E-D892-DA83-18E951EC3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O AS devolve o </a:t>
            </a:r>
            <a:r>
              <a:rPr lang="en-US" b="1" dirty="0">
                <a:solidFill>
                  <a:schemeClr val="bg1"/>
                </a:solidFill>
              </a:rPr>
              <a:t>token</a:t>
            </a:r>
            <a:r>
              <a:rPr lang="en-US" dirty="0">
                <a:solidFill>
                  <a:schemeClr val="bg1"/>
                </a:solidFill>
              </a:rPr>
              <a:t> com scopes “user admin”.</a:t>
            </a:r>
          </a:p>
          <a:p>
            <a:r>
              <a:rPr lang="en-US" dirty="0">
                <a:solidFill>
                  <a:schemeClr val="bg1"/>
                </a:solidFill>
              </a:rPr>
              <a:t>5. O </a:t>
            </a:r>
            <a:r>
              <a:rPr lang="en-US" dirty="0" err="1">
                <a:solidFill>
                  <a:schemeClr val="bg1"/>
                </a:solidFill>
              </a:rPr>
              <a:t>FocusPA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faz</a:t>
            </a:r>
            <a:r>
              <a:rPr lang="en-US" dirty="0">
                <a:solidFill>
                  <a:schemeClr val="bg1"/>
                </a:solidFill>
              </a:rPr>
              <a:t> o </a:t>
            </a:r>
            <a:r>
              <a:rPr lang="en-US" dirty="0" err="1">
                <a:solidFill>
                  <a:schemeClr val="bg1"/>
                </a:solidFill>
              </a:rPr>
              <a:t>pedido</a:t>
            </a:r>
            <a:r>
              <a:rPr lang="en-US" dirty="0">
                <a:solidFill>
                  <a:schemeClr val="bg1"/>
                </a:solidFill>
              </a:rPr>
              <a:t> à </a:t>
            </a:r>
            <a:r>
              <a:rPr lang="en-US" b="1" dirty="0">
                <a:solidFill>
                  <a:schemeClr val="bg1"/>
                </a:solidFill>
              </a:rPr>
              <a:t>tool1 </a:t>
            </a:r>
            <a:r>
              <a:rPr lang="en-US" dirty="0" err="1">
                <a:solidFill>
                  <a:schemeClr val="bg1"/>
                </a:solidFill>
              </a:rPr>
              <a:t>fornecendo</a:t>
            </a:r>
            <a:r>
              <a:rPr lang="en-US" dirty="0">
                <a:solidFill>
                  <a:schemeClr val="bg1"/>
                </a:solidFill>
              </a:rPr>
              <a:t> o token de </a:t>
            </a:r>
            <a:r>
              <a:rPr lang="en-US" b="1" dirty="0">
                <a:solidFill>
                  <a:schemeClr val="bg1"/>
                </a:solidFill>
              </a:rPr>
              <a:t>admin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6. A tool1 </a:t>
            </a:r>
            <a:r>
              <a:rPr lang="en-US" dirty="0" err="1">
                <a:solidFill>
                  <a:schemeClr val="bg1"/>
                </a:solidFill>
              </a:rPr>
              <a:t>verifica</a:t>
            </a:r>
            <a:r>
              <a:rPr lang="en-US" dirty="0">
                <a:solidFill>
                  <a:schemeClr val="bg1"/>
                </a:solidFill>
              </a:rPr>
              <a:t> se o </a:t>
            </a:r>
            <a:r>
              <a:rPr lang="en-US" b="1" dirty="0">
                <a:solidFill>
                  <a:schemeClr val="bg1"/>
                </a:solidFill>
              </a:rPr>
              <a:t>token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fornecido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scopes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necessários</a:t>
            </a:r>
            <a:r>
              <a:rPr lang="en-US" dirty="0">
                <a:solidFill>
                  <a:schemeClr val="bg1"/>
                </a:solidFill>
              </a:rPr>
              <a:t> (admin) e </a:t>
            </a:r>
            <a:r>
              <a:rPr lang="en-US" dirty="0" err="1">
                <a:solidFill>
                  <a:schemeClr val="bg1"/>
                </a:solidFill>
              </a:rPr>
              <a:t>executa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7. O </a:t>
            </a:r>
            <a:r>
              <a:rPr lang="en-US" dirty="0" err="1">
                <a:solidFill>
                  <a:schemeClr val="bg1"/>
                </a:solidFill>
              </a:rPr>
              <a:t>resultado</a:t>
            </a:r>
            <a:r>
              <a:rPr lang="en-US" dirty="0">
                <a:solidFill>
                  <a:schemeClr val="bg1"/>
                </a:solidFill>
              </a:rPr>
              <a:t> é </a:t>
            </a:r>
            <a:r>
              <a:rPr lang="en-US" dirty="0" err="1">
                <a:solidFill>
                  <a:schemeClr val="bg1"/>
                </a:solidFill>
              </a:rPr>
              <a:t>obtido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56756-7664-482D-2CD0-1D4D9DE1A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975" y="972608"/>
            <a:ext cx="4987552" cy="4900269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14450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</TotalTime>
  <Words>379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MCP + autenticação</vt:lpstr>
      <vt:lpstr>O que é necessário a aplicação fornecer?</vt:lpstr>
      <vt:lpstr>O que é necessário a aplicação fornecer?</vt:lpstr>
      <vt:lpstr>O que é necessário a aplicação fornecer?</vt:lpstr>
      <vt:lpstr>redirect_handler</vt:lpstr>
      <vt:lpstr>callback_handler</vt:lpstr>
      <vt:lpstr>Quando é que o redirect_handler e callback_handler são chamados?</vt:lpstr>
      <vt:lpstr>O que é necessário a aplicação fornecer? – client metadata</vt:lpstr>
      <vt:lpstr>O que são os “scopes”?</vt:lpstr>
      <vt:lpstr>O que são os “scopes”?</vt:lpstr>
      <vt:lpstr>Workflow</vt:lpstr>
      <vt:lpstr>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Pedro Henriques Dos Santos</dc:creator>
  <cp:lastModifiedBy>João Pedro Henriques Dos Santos</cp:lastModifiedBy>
  <cp:revision>3</cp:revision>
  <dcterms:created xsi:type="dcterms:W3CDTF">2025-12-01T09:00:08Z</dcterms:created>
  <dcterms:modified xsi:type="dcterms:W3CDTF">2025-12-01T11:55:27Z</dcterms:modified>
</cp:coreProperties>
</file>